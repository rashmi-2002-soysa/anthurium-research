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3.jpg" ContentType="image/jpeg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76" r:id="rId13"/>
    <p:sldId id="274" r:id="rId14"/>
    <p:sldId id="275" r:id="rId15"/>
    <p:sldId id="271" r:id="rId16"/>
    <p:sldId id="272" r:id="rId17"/>
  </p:sldIdLst>
  <p:sldSz cx="18288000" cy="10287000"/>
  <p:notesSz cx="18288000" cy="10287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237FF860-88B3-4DBD-8DCA-708514DBC631}">
          <p14:sldIdLst>
            <p14:sldId id="277"/>
            <p14:sldId id="257"/>
            <p14:sldId id="258"/>
            <p14:sldId id="259"/>
            <p14:sldId id="260"/>
            <p14:sldId id="262"/>
            <p14:sldId id="263"/>
            <p14:sldId id="264"/>
            <p14:sldId id="266"/>
            <p14:sldId id="267"/>
            <p14:sldId id="268"/>
          </p14:sldIdLst>
        </p14:section>
        <p14:section name="Untitled Section" id="{88208CD4-8361-4909-815A-413E2943E915}">
          <p14:sldIdLst>
            <p14:sldId id="276"/>
            <p14:sldId id="274"/>
            <p14:sldId id="275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>
        <p:scale>
          <a:sx n="44" d="100"/>
          <a:sy n="44" d="100"/>
        </p:scale>
        <p:origin x="-894" y="-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7439" y="1137919"/>
            <a:ext cx="10931525" cy="148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2549" y="471169"/>
            <a:ext cx="6841705" cy="1534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82442" y="2511862"/>
            <a:ext cx="10335894" cy="5351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509239" y="9801011"/>
            <a:ext cx="1069340" cy="35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12594983" y="-205291"/>
            <a:ext cx="9035339" cy="1010164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740055" y="-205290"/>
            <a:ext cx="8449074" cy="9213009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9327063" y="-612623"/>
            <a:ext cx="4360362" cy="432737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76200">
            <a:solidFill>
              <a:srgbClr val="458B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2415838" y="-612621"/>
            <a:ext cx="3886200" cy="382905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04800" y="1866900"/>
            <a:ext cx="13000838" cy="2631490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r>
              <a:rPr lang="en-US" sz="5400" b="1" dirty="0"/>
              <a:t>An Intelligent </a:t>
            </a:r>
          </a:p>
          <a:p>
            <a:r>
              <a:rPr lang="en-US" sz="5400" b="1" dirty="0"/>
              <a:t>Decision Support System for </a:t>
            </a:r>
          </a:p>
          <a:p>
            <a:r>
              <a:rPr lang="en-US" sz="5400" b="1" dirty="0"/>
              <a:t>Sustainable Anthurium Farming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528502" y="7353300"/>
            <a:ext cx="8798561" cy="88671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sz="4000" dirty="0">
                <a:latin typeface="Cambria"/>
                <a:cs typeface="Cambria"/>
              </a:rPr>
              <a:t>Specialization</a:t>
            </a:r>
            <a:r>
              <a:rPr sz="4000" spc="-50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:</a:t>
            </a:r>
            <a:r>
              <a:rPr sz="4000" spc="-50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Information</a:t>
            </a:r>
            <a:r>
              <a:rPr sz="4000" spc="-50" dirty="0">
                <a:latin typeface="Cambria"/>
                <a:cs typeface="Cambria"/>
              </a:rPr>
              <a:t> </a:t>
            </a:r>
            <a:r>
              <a:rPr sz="4000" spc="-10" dirty="0" smtClean="0">
                <a:latin typeface="Cambria"/>
                <a:cs typeface="Cambria"/>
              </a:rPr>
              <a:t>Technology</a:t>
            </a:r>
            <a:endParaRPr lang="en-US" sz="4000" spc="-10" dirty="0" smtClean="0">
              <a:latin typeface="Cambria"/>
              <a:cs typeface="Cambria"/>
            </a:endParaRPr>
          </a:p>
          <a:p>
            <a:pPr marL="12700" marR="5080">
              <a:lnSpc>
                <a:spcPts val="3229"/>
              </a:lnSpc>
              <a:spcBef>
                <a:spcPts val="204"/>
              </a:spcBef>
            </a:pPr>
            <a:r>
              <a:rPr sz="4000" dirty="0" smtClean="0">
                <a:latin typeface="Cambria"/>
                <a:cs typeface="Cambria"/>
              </a:rPr>
              <a:t>Group</a:t>
            </a:r>
            <a:r>
              <a:rPr sz="4000" spc="-5" dirty="0" smtClean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ID</a:t>
            </a:r>
            <a:r>
              <a:rPr sz="4000" spc="5" dirty="0">
                <a:latin typeface="Cambria"/>
                <a:cs typeface="Cambria"/>
              </a:rPr>
              <a:t> </a:t>
            </a:r>
            <a:r>
              <a:rPr sz="4000" dirty="0">
                <a:latin typeface="Cambria"/>
                <a:cs typeface="Cambria"/>
              </a:rPr>
              <a:t>:</a:t>
            </a:r>
            <a:r>
              <a:rPr sz="4000" spc="10" dirty="0">
                <a:latin typeface="Cambria"/>
                <a:cs typeface="Cambria"/>
              </a:rPr>
              <a:t> </a:t>
            </a:r>
            <a:r>
              <a:rPr sz="4000" spc="-20" dirty="0">
                <a:latin typeface="Cambria"/>
                <a:cs typeface="Cambria"/>
              </a:rPr>
              <a:t>25-26J-</a:t>
            </a:r>
            <a:r>
              <a:rPr sz="4000" spc="-25" dirty="0">
                <a:latin typeface="Cambria"/>
                <a:cs typeface="Cambria"/>
              </a:rPr>
              <a:t>357</a:t>
            </a:r>
            <a:endParaRPr sz="40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2754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2549" y="471169"/>
            <a:ext cx="6841705" cy="1180451"/>
          </a:xfrm>
          <a:prstGeom prst="rect">
            <a:avLst/>
          </a:prstGeom>
        </p:spPr>
        <p:txBody>
          <a:bodyPr vert="horz" wrap="square" lIns="0" tIns="346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u="sng" spc="-10"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  <a:endParaRPr sz="5400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6089" y="2715062"/>
            <a:ext cx="104775" cy="1047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215"/>
              </a:spcBef>
            </a:pPr>
            <a:r>
              <a:rPr dirty="0"/>
              <a:t>Even</a:t>
            </a:r>
            <a:r>
              <a:rPr spc="-5" dirty="0"/>
              <a:t> </a:t>
            </a:r>
            <a:r>
              <a:rPr dirty="0"/>
              <a:t>though Anthurium</a:t>
            </a:r>
            <a:r>
              <a:rPr spc="-5" dirty="0"/>
              <a:t> </a:t>
            </a:r>
            <a:r>
              <a:rPr dirty="0"/>
              <a:t>farming is</a:t>
            </a:r>
            <a:r>
              <a:rPr spc="-5" dirty="0"/>
              <a:t> </a:t>
            </a:r>
            <a:r>
              <a:rPr dirty="0"/>
              <a:t>a profitable floriculture</a:t>
            </a:r>
            <a:r>
              <a:rPr spc="-5" dirty="0"/>
              <a:t> </a:t>
            </a:r>
            <a:r>
              <a:rPr dirty="0"/>
              <a:t>venture </a:t>
            </a:r>
            <a:r>
              <a:rPr spc="-25" dirty="0"/>
              <a:t>in </a:t>
            </a:r>
            <a:r>
              <a:rPr dirty="0"/>
              <a:t>Sri</a:t>
            </a:r>
            <a:r>
              <a:rPr spc="-15" dirty="0"/>
              <a:t> </a:t>
            </a:r>
            <a:r>
              <a:rPr dirty="0"/>
              <a:t>Lanka</a:t>
            </a:r>
            <a:r>
              <a:rPr spc="-15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dirty="0"/>
              <a:t>despite</a:t>
            </a:r>
            <a:r>
              <a:rPr spc="-15" dirty="0"/>
              <a:t> </a:t>
            </a:r>
            <a:r>
              <a:rPr dirty="0"/>
              <a:t>its</a:t>
            </a:r>
            <a:r>
              <a:rPr spc="-15" dirty="0"/>
              <a:t> </a:t>
            </a:r>
            <a:r>
              <a:rPr dirty="0"/>
              <a:t>value,</a:t>
            </a:r>
            <a:r>
              <a:rPr spc="-1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sector</a:t>
            </a:r>
            <a:r>
              <a:rPr spc="-15" dirty="0"/>
              <a:t> </a:t>
            </a:r>
            <a:r>
              <a:rPr dirty="0"/>
              <a:t>struggles</a:t>
            </a:r>
            <a:r>
              <a:rPr spc="-15" dirty="0"/>
              <a:t> </a:t>
            </a:r>
            <a:r>
              <a:rPr dirty="0"/>
              <a:t>with</a:t>
            </a:r>
            <a:r>
              <a:rPr spc="-15" dirty="0"/>
              <a:t> </a:t>
            </a:r>
            <a:r>
              <a:rPr spc="-10" dirty="0"/>
              <a:t>disease </a:t>
            </a:r>
            <a:r>
              <a:rPr dirty="0"/>
              <a:t>outbreaks,</a:t>
            </a:r>
            <a:r>
              <a:rPr spc="-40" dirty="0"/>
              <a:t> </a:t>
            </a:r>
            <a:r>
              <a:rPr dirty="0"/>
              <a:t>climate</a:t>
            </a:r>
            <a:r>
              <a:rPr spc="-35" dirty="0"/>
              <a:t> </a:t>
            </a:r>
            <a:r>
              <a:rPr dirty="0"/>
              <a:t>sensitivity,</a:t>
            </a:r>
            <a:r>
              <a:rPr spc="-35" dirty="0"/>
              <a:t> </a:t>
            </a:r>
            <a:r>
              <a:rPr dirty="0"/>
              <a:t>inefficient</a:t>
            </a:r>
            <a:r>
              <a:rPr spc="-40" dirty="0"/>
              <a:t> </a:t>
            </a:r>
            <a:r>
              <a:rPr dirty="0"/>
              <a:t>practices,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volatile</a:t>
            </a:r>
            <a:r>
              <a:rPr spc="-35" dirty="0"/>
              <a:t> </a:t>
            </a:r>
            <a:r>
              <a:rPr spc="-10" dirty="0"/>
              <a:t>market demand.</a:t>
            </a:r>
          </a:p>
          <a:p>
            <a:pPr marL="12700">
              <a:lnSpc>
                <a:spcPts val="3095"/>
              </a:lnSpc>
            </a:pP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project</a:t>
            </a:r>
            <a:r>
              <a:rPr spc="-30" dirty="0"/>
              <a:t> </a:t>
            </a:r>
            <a:r>
              <a:rPr dirty="0"/>
              <a:t>proposes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smart,</a:t>
            </a:r>
            <a:r>
              <a:rPr spc="-30" dirty="0"/>
              <a:t> </a:t>
            </a:r>
            <a:r>
              <a:rPr dirty="0"/>
              <a:t>mobile-based</a:t>
            </a:r>
            <a:r>
              <a:rPr spc="-30" dirty="0"/>
              <a:t> </a:t>
            </a:r>
            <a:r>
              <a:rPr dirty="0"/>
              <a:t>system</a:t>
            </a:r>
            <a:r>
              <a:rPr spc="-30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spc="-10" dirty="0"/>
              <a:t>machine</a:t>
            </a:r>
          </a:p>
          <a:p>
            <a:pPr marL="12700" marR="887094">
              <a:lnSpc>
                <a:spcPts val="3229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detect</a:t>
            </a:r>
            <a:r>
              <a:rPr spc="-15" dirty="0"/>
              <a:t> </a:t>
            </a:r>
            <a:r>
              <a:rPr dirty="0"/>
              <a:t>diseases</a:t>
            </a:r>
            <a:r>
              <a:rPr spc="-15" dirty="0"/>
              <a:t> </a:t>
            </a:r>
            <a:r>
              <a:rPr dirty="0"/>
              <a:t>early,</a:t>
            </a:r>
            <a:r>
              <a:rPr spc="-15" dirty="0"/>
              <a:t> </a:t>
            </a:r>
            <a:r>
              <a:rPr dirty="0"/>
              <a:t>offer</a:t>
            </a:r>
            <a:r>
              <a:rPr spc="-15" dirty="0"/>
              <a:t> </a:t>
            </a:r>
            <a:r>
              <a:rPr dirty="0"/>
              <a:t>treatment</a:t>
            </a:r>
            <a:r>
              <a:rPr spc="-15" dirty="0"/>
              <a:t> </a:t>
            </a:r>
            <a:r>
              <a:rPr dirty="0"/>
              <a:t>advice,</a:t>
            </a:r>
            <a:r>
              <a:rPr spc="-15" dirty="0"/>
              <a:t> </a:t>
            </a:r>
            <a:r>
              <a:rPr spc="-10" dirty="0"/>
              <a:t>forecast </a:t>
            </a:r>
            <a:r>
              <a:rPr dirty="0"/>
              <a:t>microclimates,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analyze</a:t>
            </a:r>
            <a:r>
              <a:rPr spc="-10" dirty="0"/>
              <a:t> </a:t>
            </a:r>
            <a:r>
              <a:rPr dirty="0"/>
              <a:t>market</a:t>
            </a:r>
            <a:r>
              <a:rPr spc="-10" dirty="0"/>
              <a:t> trends.</a:t>
            </a:r>
          </a:p>
          <a:p>
            <a:pPr marL="12700">
              <a:lnSpc>
                <a:spcPts val="3105"/>
              </a:lnSpc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goal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boost</a:t>
            </a:r>
            <a:r>
              <a:rPr spc="-25" dirty="0"/>
              <a:t> </a:t>
            </a:r>
            <a:r>
              <a:rPr dirty="0"/>
              <a:t>efficiency,</a:t>
            </a:r>
            <a:r>
              <a:rPr spc="-20" dirty="0"/>
              <a:t> </a:t>
            </a:r>
            <a:r>
              <a:rPr dirty="0"/>
              <a:t>reduce</a:t>
            </a:r>
            <a:r>
              <a:rPr spc="-25" dirty="0"/>
              <a:t> </a:t>
            </a:r>
            <a:r>
              <a:rPr dirty="0"/>
              <a:t>losses,</a:t>
            </a:r>
            <a:r>
              <a:rPr spc="-20" dirty="0"/>
              <a:t> </a:t>
            </a:r>
            <a:r>
              <a:rPr dirty="0"/>
              <a:t>improve</a:t>
            </a:r>
            <a:r>
              <a:rPr spc="-25" dirty="0"/>
              <a:t> </a:t>
            </a:r>
            <a:r>
              <a:rPr dirty="0"/>
              <a:t>quality,</a:t>
            </a:r>
            <a:r>
              <a:rPr spc="-25" dirty="0"/>
              <a:t> and</a:t>
            </a:r>
          </a:p>
          <a:p>
            <a:pPr marL="12700">
              <a:lnSpc>
                <a:spcPts val="3225"/>
              </a:lnSpc>
            </a:pPr>
            <a:r>
              <a:rPr dirty="0"/>
              <a:t>promote</a:t>
            </a:r>
            <a:r>
              <a:rPr spc="-35" dirty="0"/>
              <a:t> </a:t>
            </a:r>
            <a:r>
              <a:rPr dirty="0"/>
              <a:t>sustainable</a:t>
            </a:r>
            <a:r>
              <a:rPr spc="-35" dirty="0"/>
              <a:t> </a:t>
            </a:r>
            <a:r>
              <a:rPr dirty="0"/>
              <a:t>Anthurium</a:t>
            </a:r>
            <a:r>
              <a:rPr spc="-30" dirty="0"/>
              <a:t> </a:t>
            </a:r>
            <a:r>
              <a:rPr spc="-10" dirty="0"/>
              <a:t>cultivation.</a:t>
            </a:r>
          </a:p>
          <a:p>
            <a:pPr marL="465455" marR="246379" indent="-453390">
              <a:lnSpc>
                <a:spcPts val="3229"/>
              </a:lnSpc>
              <a:spcBef>
                <a:spcPts val="105"/>
              </a:spcBef>
            </a:pPr>
            <a:r>
              <a:rPr dirty="0"/>
              <a:t>Our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35" dirty="0"/>
              <a:t> </a:t>
            </a:r>
            <a:r>
              <a:rPr dirty="0"/>
              <a:t>proposes</a:t>
            </a:r>
            <a:r>
              <a:rPr spc="-35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ML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IoT</a:t>
            </a:r>
            <a:r>
              <a:rPr spc="-3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bringing</a:t>
            </a:r>
            <a:r>
              <a:rPr spc="-35" dirty="0"/>
              <a:t> </a:t>
            </a:r>
            <a:r>
              <a:rPr dirty="0"/>
              <a:t>out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 smtClean="0"/>
              <a:t>outcomes</a:t>
            </a:r>
            <a:r>
              <a:rPr spc="-35" dirty="0" smtClean="0"/>
              <a:t> </a:t>
            </a:r>
            <a:r>
              <a:rPr spc="-25" dirty="0" smtClean="0"/>
              <a:t>of </a:t>
            </a:r>
            <a:endParaRPr lang="en-US" spc="-25" dirty="0" smtClean="0"/>
          </a:p>
          <a:p>
            <a:pPr marL="465455" marR="246379" indent="-453390">
              <a:lnSpc>
                <a:spcPts val="3229"/>
              </a:lnSpc>
              <a:spcBef>
                <a:spcPts val="105"/>
              </a:spcBef>
            </a:pPr>
            <a:r>
              <a:rPr dirty="0" smtClean="0"/>
              <a:t>predictions</a:t>
            </a:r>
            <a:r>
              <a:rPr spc="-25" dirty="0" smtClean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suggestions.</a:t>
            </a:r>
          </a:p>
          <a:p>
            <a:pPr marL="12700">
              <a:lnSpc>
                <a:spcPts val="3105"/>
              </a:lnSpc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system</a:t>
            </a:r>
            <a:r>
              <a:rPr spc="-35" dirty="0"/>
              <a:t> </a:t>
            </a:r>
            <a:r>
              <a:rPr dirty="0"/>
              <a:t>will</a:t>
            </a:r>
            <a:r>
              <a:rPr spc="-40" dirty="0"/>
              <a:t> </a:t>
            </a:r>
            <a:r>
              <a:rPr dirty="0"/>
              <a:t>predict</a:t>
            </a:r>
            <a:r>
              <a:rPr spc="-35" dirty="0"/>
              <a:t> </a:t>
            </a:r>
            <a:r>
              <a:rPr dirty="0"/>
              <a:t>required</a:t>
            </a:r>
            <a:r>
              <a:rPr spc="-40" dirty="0"/>
              <a:t> </a:t>
            </a:r>
            <a:r>
              <a:rPr dirty="0"/>
              <a:t>weather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soil</a:t>
            </a:r>
            <a:r>
              <a:rPr spc="-35" dirty="0"/>
              <a:t> </a:t>
            </a:r>
            <a:r>
              <a:rPr dirty="0"/>
              <a:t>conditions,</a:t>
            </a:r>
            <a:r>
              <a:rPr spc="-40" dirty="0"/>
              <a:t> </a:t>
            </a:r>
            <a:r>
              <a:rPr spc="-20" dirty="0"/>
              <a:t>most</a:t>
            </a:r>
          </a:p>
          <a:p>
            <a:pPr marL="12700">
              <a:lnSpc>
                <a:spcPts val="3235"/>
              </a:lnSpc>
            </a:pPr>
            <a:r>
              <a:rPr dirty="0"/>
              <a:t>accurate</a:t>
            </a:r>
            <a:r>
              <a:rPr spc="-20" dirty="0"/>
              <a:t> </a:t>
            </a:r>
            <a:r>
              <a:rPr dirty="0"/>
              <a:t>market</a:t>
            </a:r>
            <a:r>
              <a:rPr spc="-20" dirty="0"/>
              <a:t> </a:t>
            </a:r>
            <a:r>
              <a:rPr dirty="0"/>
              <a:t>trends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solutions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sustainable</a:t>
            </a:r>
            <a:r>
              <a:rPr spc="-15" dirty="0"/>
              <a:t> </a:t>
            </a:r>
            <a:r>
              <a:rPr spc="-10" dirty="0"/>
              <a:t>farming.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6089" y="4353362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6089" y="5582087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6089" y="6401237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6089" y="7220387"/>
            <a:ext cx="104775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300" y="2268416"/>
            <a:ext cx="6050900" cy="5753099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object 11"/>
          <p:cNvSpPr txBox="1"/>
          <p:nvPr/>
        </p:nvSpPr>
        <p:spPr>
          <a:xfrm>
            <a:off x="17140014" y="9791315"/>
            <a:ext cx="44577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2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133"/>
            <a:ext cx="18288000" cy="10288270"/>
            <a:chOff x="0" y="-1133"/>
            <a:chExt cx="1828800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-1133"/>
              <a:ext cx="4276629" cy="102881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274319" y="0"/>
                  </a:lnTo>
                  <a:lnTo>
                    <a:pt x="274319" y="10286999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46089" y="2433319"/>
            <a:ext cx="6339205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730"/>
              </a:lnSpc>
              <a:spcBef>
                <a:spcPts val="100"/>
              </a:spcBef>
            </a:pPr>
            <a:r>
              <a:rPr sz="4800" b="0" spc="-890" dirty="0">
                <a:solidFill>
                  <a:srgbClr val="000000"/>
                </a:solidFill>
                <a:latin typeface="Arial Black"/>
                <a:cs typeface="Arial Black"/>
              </a:rPr>
              <a:t>WEATHER</a:t>
            </a:r>
            <a:r>
              <a:rPr sz="4800" b="0" spc="-19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4800" b="0" spc="-660" dirty="0">
                <a:solidFill>
                  <a:srgbClr val="000000"/>
                </a:solidFill>
                <a:latin typeface="Arial Black"/>
                <a:cs typeface="Arial Black"/>
              </a:rPr>
              <a:t>DETECTONG</a:t>
            </a:r>
            <a:endParaRPr sz="4800">
              <a:latin typeface="Arial Black"/>
              <a:cs typeface="Arial Black"/>
            </a:endParaRPr>
          </a:p>
          <a:p>
            <a:pPr algn="ctr">
              <a:lnSpc>
                <a:spcPts val="5730"/>
              </a:lnSpc>
            </a:pPr>
            <a:r>
              <a:rPr sz="4800" b="0" spc="-1160" dirty="0">
                <a:solidFill>
                  <a:srgbClr val="000000"/>
                </a:solidFill>
                <a:latin typeface="Arial Black"/>
                <a:cs typeface="Arial Black"/>
              </a:rPr>
              <a:t>&amp;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9635" y="3881119"/>
            <a:ext cx="9303385" cy="30657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5700"/>
              </a:lnSpc>
              <a:spcBef>
                <a:spcPts val="340"/>
              </a:spcBef>
            </a:pPr>
            <a:r>
              <a:rPr sz="4800" spc="-665" dirty="0">
                <a:latin typeface="Arial Black"/>
                <a:cs typeface="Arial Black"/>
              </a:rPr>
              <a:t>WATERING</a:t>
            </a:r>
            <a:r>
              <a:rPr sz="4800" spc="-240" dirty="0">
                <a:latin typeface="Arial Black"/>
                <a:cs typeface="Arial Black"/>
              </a:rPr>
              <a:t> </a:t>
            </a:r>
            <a:r>
              <a:rPr sz="4800" spc="-890" dirty="0">
                <a:latin typeface="Arial Black"/>
                <a:cs typeface="Arial Black"/>
              </a:rPr>
              <a:t>SHEDULE</a:t>
            </a:r>
            <a:r>
              <a:rPr sz="4800" spc="-235" dirty="0">
                <a:latin typeface="Arial Black"/>
                <a:cs typeface="Arial Black"/>
              </a:rPr>
              <a:t> </a:t>
            </a:r>
            <a:r>
              <a:rPr sz="4800" spc="-600" dirty="0">
                <a:latin typeface="Arial Black"/>
                <a:cs typeface="Arial Black"/>
              </a:rPr>
              <a:t>SUGGETION </a:t>
            </a:r>
            <a:r>
              <a:rPr sz="4800" spc="-625" dirty="0">
                <a:latin typeface="Arial Black"/>
                <a:cs typeface="Arial Black"/>
              </a:rPr>
              <a:t>MODULE</a:t>
            </a:r>
            <a:endParaRPr sz="4800">
              <a:latin typeface="Arial Black"/>
              <a:cs typeface="Arial Black"/>
            </a:endParaRPr>
          </a:p>
          <a:p>
            <a:pPr marR="138430" algn="ctr">
              <a:lnSpc>
                <a:spcPts val="4260"/>
              </a:lnSpc>
              <a:spcBef>
                <a:spcPts val="4859"/>
              </a:spcBef>
              <a:tabLst>
                <a:tab pos="2893060" algn="l"/>
              </a:tabLst>
            </a:pPr>
            <a:r>
              <a:rPr sz="3600" spc="-10" dirty="0">
                <a:latin typeface="Tahoma"/>
                <a:cs typeface="Tahoma"/>
              </a:rPr>
              <a:t>IT22109958|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114" dirty="0">
                <a:latin typeface="Tahoma"/>
                <a:cs typeface="Tahoma"/>
              </a:rPr>
              <a:t>Soysa</a:t>
            </a:r>
            <a:r>
              <a:rPr sz="3600" spc="-204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H.</a:t>
            </a:r>
            <a:r>
              <a:rPr sz="3600" spc="-165" dirty="0">
                <a:latin typeface="Tahoma"/>
                <a:cs typeface="Tahoma"/>
              </a:rPr>
              <a:t> </a:t>
            </a:r>
            <a:r>
              <a:rPr sz="3600" spc="-155" dirty="0">
                <a:latin typeface="Tahoma"/>
                <a:cs typeface="Tahoma"/>
              </a:rPr>
              <a:t>R.</a:t>
            </a:r>
            <a:r>
              <a:rPr sz="3600" spc="-130" dirty="0">
                <a:latin typeface="Tahoma"/>
                <a:cs typeface="Tahoma"/>
              </a:rPr>
              <a:t> </a:t>
            </a:r>
            <a:r>
              <a:rPr sz="3600" spc="-405" dirty="0">
                <a:latin typeface="Tahoma"/>
                <a:cs typeface="Tahoma"/>
              </a:rPr>
              <a:t>T.</a:t>
            </a:r>
            <a:endParaRPr sz="3600">
              <a:latin typeface="Tahoma"/>
              <a:cs typeface="Tahoma"/>
            </a:endParaRPr>
          </a:p>
          <a:p>
            <a:pPr marL="546100" algn="ctr">
              <a:lnSpc>
                <a:spcPts val="3180"/>
              </a:lnSpc>
            </a:pPr>
            <a:r>
              <a:rPr sz="2700" spc="140" dirty="0">
                <a:latin typeface="Tahoma"/>
                <a:cs typeface="Tahoma"/>
              </a:rPr>
              <a:t>Specialization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-215" dirty="0">
                <a:latin typeface="Tahoma"/>
                <a:cs typeface="Tahoma"/>
              </a:rPr>
              <a:t>: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00" dirty="0">
                <a:latin typeface="Tahoma"/>
                <a:cs typeface="Tahoma"/>
              </a:rPr>
              <a:t>Information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40" dirty="0">
                <a:latin typeface="Tahoma"/>
                <a:cs typeface="Tahoma"/>
              </a:rPr>
              <a:t>Technology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53748" y="571500"/>
            <a:ext cx="2327528" cy="2743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79439" y="9714658"/>
            <a:ext cx="3138805" cy="5156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IT22109958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70" dirty="0">
                <a:latin typeface="Tahoma"/>
                <a:cs typeface="Tahoma"/>
              </a:rPr>
              <a:t>Soysa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40014" y="9741928"/>
            <a:ext cx="444500" cy="4706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235" dirty="0" smtClean="0">
                <a:latin typeface="Tahoma"/>
                <a:cs typeface="Tahoma"/>
              </a:rPr>
              <a:t>‹</a:t>
            </a:r>
            <a:r>
              <a:rPr lang="en-US" sz="2700" spc="-235" dirty="0" smtClean="0">
                <a:latin typeface="Tahoma"/>
                <a:cs typeface="Tahoma"/>
              </a:rPr>
              <a:t>3</a:t>
            </a:r>
            <a:r>
              <a:rPr sz="2700" spc="-235" dirty="0" smtClean="0">
                <a:latin typeface="Tahoma"/>
                <a:cs typeface="Tahoma"/>
              </a:rPr>
              <a:t>›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b="0" spc="-65" dirty="0">
                <a:latin typeface="Arial Black"/>
                <a:cs typeface="Arial Black"/>
              </a:rPr>
              <a:t>1/8/2026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0014" y="9774237"/>
            <a:ext cx="4457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4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09239" y="9819375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mbria"/>
                <a:cs typeface="Cambria"/>
              </a:rPr>
              <a:t>1/8/2026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5350" y="99980"/>
            <a:ext cx="8722360" cy="4965700"/>
          </a:xfrm>
          <a:custGeom>
            <a:avLst/>
            <a:gdLst/>
            <a:ahLst/>
            <a:cxnLst/>
            <a:rect l="l" t="t" r="r" b="b"/>
            <a:pathLst>
              <a:path w="8722360" h="4965700">
                <a:moveTo>
                  <a:pt x="843819" y="4965700"/>
                </a:moveTo>
                <a:lnTo>
                  <a:pt x="702327" y="4965700"/>
                </a:lnTo>
                <a:lnTo>
                  <a:pt x="568482" y="4927600"/>
                </a:lnTo>
                <a:lnTo>
                  <a:pt x="525873" y="4914900"/>
                </a:lnTo>
                <a:lnTo>
                  <a:pt x="484392" y="4889500"/>
                </a:lnTo>
                <a:lnTo>
                  <a:pt x="444110" y="4876800"/>
                </a:lnTo>
                <a:lnTo>
                  <a:pt x="405098" y="4851400"/>
                </a:lnTo>
                <a:lnTo>
                  <a:pt x="367428" y="4826000"/>
                </a:lnTo>
                <a:lnTo>
                  <a:pt x="331170" y="4800600"/>
                </a:lnTo>
                <a:lnTo>
                  <a:pt x="296396" y="4775200"/>
                </a:lnTo>
                <a:lnTo>
                  <a:pt x="263177" y="4737100"/>
                </a:lnTo>
                <a:lnTo>
                  <a:pt x="231585" y="4711700"/>
                </a:lnTo>
                <a:lnTo>
                  <a:pt x="201691" y="4673600"/>
                </a:lnTo>
                <a:lnTo>
                  <a:pt x="173565" y="4648200"/>
                </a:lnTo>
                <a:lnTo>
                  <a:pt x="147281" y="4610100"/>
                </a:lnTo>
                <a:lnTo>
                  <a:pt x="122908" y="4572000"/>
                </a:lnTo>
                <a:lnTo>
                  <a:pt x="100517" y="4533900"/>
                </a:lnTo>
                <a:lnTo>
                  <a:pt x="80181" y="4483100"/>
                </a:lnTo>
                <a:lnTo>
                  <a:pt x="61971" y="4445000"/>
                </a:lnTo>
                <a:lnTo>
                  <a:pt x="45957" y="4406900"/>
                </a:lnTo>
                <a:lnTo>
                  <a:pt x="32212" y="4356100"/>
                </a:lnTo>
                <a:lnTo>
                  <a:pt x="20805" y="4318000"/>
                </a:lnTo>
                <a:lnTo>
                  <a:pt x="11810" y="4267200"/>
                </a:lnTo>
                <a:lnTo>
                  <a:pt x="5296" y="4229100"/>
                </a:lnTo>
                <a:lnTo>
                  <a:pt x="1336" y="4178300"/>
                </a:lnTo>
                <a:lnTo>
                  <a:pt x="0" y="4127500"/>
                </a:lnTo>
                <a:lnTo>
                  <a:pt x="0" y="838200"/>
                </a:lnTo>
                <a:lnTo>
                  <a:pt x="1336" y="800100"/>
                </a:lnTo>
                <a:lnTo>
                  <a:pt x="5296" y="749300"/>
                </a:lnTo>
                <a:lnTo>
                  <a:pt x="11810" y="698500"/>
                </a:lnTo>
                <a:lnTo>
                  <a:pt x="20805" y="660400"/>
                </a:lnTo>
                <a:lnTo>
                  <a:pt x="32212" y="609600"/>
                </a:lnTo>
                <a:lnTo>
                  <a:pt x="45957" y="571500"/>
                </a:lnTo>
                <a:lnTo>
                  <a:pt x="61971" y="520700"/>
                </a:lnTo>
                <a:lnTo>
                  <a:pt x="80181" y="482600"/>
                </a:lnTo>
                <a:lnTo>
                  <a:pt x="100517" y="444500"/>
                </a:lnTo>
                <a:lnTo>
                  <a:pt x="122908" y="406400"/>
                </a:lnTo>
                <a:lnTo>
                  <a:pt x="147281" y="368300"/>
                </a:lnTo>
                <a:lnTo>
                  <a:pt x="173565" y="330200"/>
                </a:lnTo>
                <a:lnTo>
                  <a:pt x="201691" y="292100"/>
                </a:lnTo>
                <a:lnTo>
                  <a:pt x="231585" y="266700"/>
                </a:lnTo>
                <a:lnTo>
                  <a:pt x="263177" y="228600"/>
                </a:lnTo>
                <a:lnTo>
                  <a:pt x="296396" y="203200"/>
                </a:lnTo>
                <a:lnTo>
                  <a:pt x="331170" y="177800"/>
                </a:lnTo>
                <a:lnTo>
                  <a:pt x="367428" y="152400"/>
                </a:lnTo>
                <a:lnTo>
                  <a:pt x="405098" y="127000"/>
                </a:lnTo>
                <a:lnTo>
                  <a:pt x="444110" y="101600"/>
                </a:lnTo>
                <a:lnTo>
                  <a:pt x="484392" y="76200"/>
                </a:lnTo>
                <a:lnTo>
                  <a:pt x="568482" y="50800"/>
                </a:lnTo>
                <a:lnTo>
                  <a:pt x="702359" y="12700"/>
                </a:lnTo>
                <a:lnTo>
                  <a:pt x="748765" y="12700"/>
                </a:lnTo>
                <a:lnTo>
                  <a:pt x="795942" y="0"/>
                </a:lnTo>
                <a:lnTo>
                  <a:pt x="7881080" y="0"/>
                </a:lnTo>
                <a:lnTo>
                  <a:pt x="7881080" y="25400"/>
                </a:lnTo>
                <a:lnTo>
                  <a:pt x="843819" y="25400"/>
                </a:lnTo>
                <a:lnTo>
                  <a:pt x="843819" y="38100"/>
                </a:lnTo>
                <a:lnTo>
                  <a:pt x="796475" y="38100"/>
                </a:lnTo>
                <a:lnTo>
                  <a:pt x="749851" y="50800"/>
                </a:lnTo>
                <a:lnTo>
                  <a:pt x="704024" y="50800"/>
                </a:lnTo>
                <a:lnTo>
                  <a:pt x="615060" y="76200"/>
                </a:lnTo>
                <a:lnTo>
                  <a:pt x="530188" y="101600"/>
                </a:lnTo>
                <a:lnTo>
                  <a:pt x="489475" y="127000"/>
                </a:lnTo>
                <a:lnTo>
                  <a:pt x="450011" y="139700"/>
                </a:lnTo>
                <a:lnTo>
                  <a:pt x="411873" y="165100"/>
                </a:lnTo>
                <a:lnTo>
                  <a:pt x="375135" y="190500"/>
                </a:lnTo>
                <a:lnTo>
                  <a:pt x="339874" y="215900"/>
                </a:lnTo>
                <a:lnTo>
                  <a:pt x="306164" y="241300"/>
                </a:lnTo>
                <a:lnTo>
                  <a:pt x="274081" y="279400"/>
                </a:lnTo>
                <a:lnTo>
                  <a:pt x="243702" y="304800"/>
                </a:lnTo>
                <a:lnTo>
                  <a:pt x="215100" y="342900"/>
                </a:lnTo>
                <a:lnTo>
                  <a:pt x="188353" y="381000"/>
                </a:lnTo>
                <a:lnTo>
                  <a:pt x="163535" y="406400"/>
                </a:lnTo>
                <a:lnTo>
                  <a:pt x="140722" y="444500"/>
                </a:lnTo>
                <a:lnTo>
                  <a:pt x="119990" y="495300"/>
                </a:lnTo>
                <a:lnTo>
                  <a:pt x="101414" y="533400"/>
                </a:lnTo>
                <a:lnTo>
                  <a:pt x="85070" y="571500"/>
                </a:lnTo>
                <a:lnTo>
                  <a:pt x="71032" y="609600"/>
                </a:lnTo>
                <a:lnTo>
                  <a:pt x="59378" y="660400"/>
                </a:lnTo>
                <a:lnTo>
                  <a:pt x="50182" y="698500"/>
                </a:lnTo>
                <a:lnTo>
                  <a:pt x="43520" y="749300"/>
                </a:lnTo>
                <a:lnTo>
                  <a:pt x="39467" y="800100"/>
                </a:lnTo>
                <a:lnTo>
                  <a:pt x="38100" y="838200"/>
                </a:lnTo>
                <a:lnTo>
                  <a:pt x="38100" y="4127500"/>
                </a:lnTo>
                <a:lnTo>
                  <a:pt x="39467" y="4178300"/>
                </a:lnTo>
                <a:lnTo>
                  <a:pt x="43520" y="4229100"/>
                </a:lnTo>
                <a:lnTo>
                  <a:pt x="50182" y="4267200"/>
                </a:lnTo>
                <a:lnTo>
                  <a:pt x="59378" y="4318000"/>
                </a:lnTo>
                <a:lnTo>
                  <a:pt x="71032" y="4356100"/>
                </a:lnTo>
                <a:lnTo>
                  <a:pt x="85070" y="4406900"/>
                </a:lnTo>
                <a:lnTo>
                  <a:pt x="101414" y="4445000"/>
                </a:lnTo>
                <a:lnTo>
                  <a:pt x="119990" y="4483100"/>
                </a:lnTo>
                <a:lnTo>
                  <a:pt x="140722" y="4521200"/>
                </a:lnTo>
                <a:lnTo>
                  <a:pt x="163535" y="4559300"/>
                </a:lnTo>
                <a:lnTo>
                  <a:pt x="188353" y="4597400"/>
                </a:lnTo>
                <a:lnTo>
                  <a:pt x="215100" y="4635500"/>
                </a:lnTo>
                <a:lnTo>
                  <a:pt x="243702" y="4660900"/>
                </a:lnTo>
                <a:lnTo>
                  <a:pt x="274081" y="4699000"/>
                </a:lnTo>
                <a:lnTo>
                  <a:pt x="306164" y="4724400"/>
                </a:lnTo>
                <a:lnTo>
                  <a:pt x="339874" y="4762500"/>
                </a:lnTo>
                <a:lnTo>
                  <a:pt x="375135" y="4787900"/>
                </a:lnTo>
                <a:lnTo>
                  <a:pt x="411873" y="4813300"/>
                </a:lnTo>
                <a:lnTo>
                  <a:pt x="450011" y="4826000"/>
                </a:lnTo>
                <a:lnTo>
                  <a:pt x="489475" y="4851400"/>
                </a:lnTo>
                <a:lnTo>
                  <a:pt x="530188" y="4876800"/>
                </a:lnTo>
                <a:lnTo>
                  <a:pt x="572075" y="4889500"/>
                </a:lnTo>
                <a:lnTo>
                  <a:pt x="704024" y="4927600"/>
                </a:lnTo>
                <a:lnTo>
                  <a:pt x="8156418" y="4927600"/>
                </a:lnTo>
                <a:lnTo>
                  <a:pt x="8068104" y="4953000"/>
                </a:lnTo>
                <a:lnTo>
                  <a:pt x="843819" y="4953000"/>
                </a:lnTo>
                <a:lnTo>
                  <a:pt x="843819" y="4965700"/>
                </a:lnTo>
                <a:close/>
              </a:path>
              <a:path w="8722360" h="4965700">
                <a:moveTo>
                  <a:pt x="8156418" y="4927600"/>
                </a:moveTo>
                <a:lnTo>
                  <a:pt x="8020900" y="4927600"/>
                </a:lnTo>
                <a:lnTo>
                  <a:pt x="8152863" y="4889500"/>
                </a:lnTo>
                <a:lnTo>
                  <a:pt x="8194752" y="4876800"/>
                </a:lnTo>
                <a:lnTo>
                  <a:pt x="8235466" y="4851400"/>
                </a:lnTo>
                <a:lnTo>
                  <a:pt x="8274930" y="4826000"/>
                </a:lnTo>
                <a:lnTo>
                  <a:pt x="8313069" y="4813300"/>
                </a:lnTo>
                <a:lnTo>
                  <a:pt x="8349805" y="4787900"/>
                </a:lnTo>
                <a:lnTo>
                  <a:pt x="8385066" y="4762500"/>
                </a:lnTo>
                <a:lnTo>
                  <a:pt x="8418773" y="4724400"/>
                </a:lnTo>
                <a:lnTo>
                  <a:pt x="8450854" y="4699000"/>
                </a:lnTo>
                <a:lnTo>
                  <a:pt x="8481230" y="4660900"/>
                </a:lnTo>
                <a:lnTo>
                  <a:pt x="8509829" y="4635500"/>
                </a:lnTo>
                <a:lnTo>
                  <a:pt x="8536573" y="4597400"/>
                </a:lnTo>
                <a:lnTo>
                  <a:pt x="8561387" y="4559300"/>
                </a:lnTo>
                <a:lnTo>
                  <a:pt x="8584197" y="4521200"/>
                </a:lnTo>
                <a:lnTo>
                  <a:pt x="8604926" y="4483100"/>
                </a:lnTo>
                <a:lnTo>
                  <a:pt x="8623498" y="4445000"/>
                </a:lnTo>
                <a:lnTo>
                  <a:pt x="8639840" y="4406900"/>
                </a:lnTo>
                <a:lnTo>
                  <a:pt x="8653874" y="4356100"/>
                </a:lnTo>
                <a:lnTo>
                  <a:pt x="8665526" y="4318000"/>
                </a:lnTo>
                <a:lnTo>
                  <a:pt x="8674720" y="4267200"/>
                </a:lnTo>
                <a:lnTo>
                  <a:pt x="8681380" y="4229100"/>
                </a:lnTo>
                <a:lnTo>
                  <a:pt x="8685432" y="4178300"/>
                </a:lnTo>
                <a:lnTo>
                  <a:pt x="8686799" y="4127500"/>
                </a:lnTo>
                <a:lnTo>
                  <a:pt x="8686799" y="838200"/>
                </a:lnTo>
                <a:lnTo>
                  <a:pt x="8685432" y="800100"/>
                </a:lnTo>
                <a:lnTo>
                  <a:pt x="8681379" y="749300"/>
                </a:lnTo>
                <a:lnTo>
                  <a:pt x="8674717" y="698500"/>
                </a:lnTo>
                <a:lnTo>
                  <a:pt x="8665521" y="660400"/>
                </a:lnTo>
                <a:lnTo>
                  <a:pt x="8653866" y="609600"/>
                </a:lnTo>
                <a:lnTo>
                  <a:pt x="8639829" y="571500"/>
                </a:lnTo>
                <a:lnTo>
                  <a:pt x="8623485" y="533400"/>
                </a:lnTo>
                <a:lnTo>
                  <a:pt x="8604909" y="495300"/>
                </a:lnTo>
                <a:lnTo>
                  <a:pt x="8584177" y="444500"/>
                </a:lnTo>
                <a:lnTo>
                  <a:pt x="8561364" y="406400"/>
                </a:lnTo>
                <a:lnTo>
                  <a:pt x="8536546" y="381000"/>
                </a:lnTo>
                <a:lnTo>
                  <a:pt x="8509799" y="342900"/>
                </a:lnTo>
                <a:lnTo>
                  <a:pt x="8481197" y="304800"/>
                </a:lnTo>
                <a:lnTo>
                  <a:pt x="8450818" y="279400"/>
                </a:lnTo>
                <a:lnTo>
                  <a:pt x="8418735" y="241300"/>
                </a:lnTo>
                <a:lnTo>
                  <a:pt x="8385025" y="215900"/>
                </a:lnTo>
                <a:lnTo>
                  <a:pt x="8349764" y="190500"/>
                </a:lnTo>
                <a:lnTo>
                  <a:pt x="8313026" y="165100"/>
                </a:lnTo>
                <a:lnTo>
                  <a:pt x="8274888" y="139700"/>
                </a:lnTo>
                <a:lnTo>
                  <a:pt x="8235424" y="127000"/>
                </a:lnTo>
                <a:lnTo>
                  <a:pt x="8194711" y="101600"/>
                </a:lnTo>
                <a:lnTo>
                  <a:pt x="8109839" y="76200"/>
                </a:lnTo>
                <a:lnTo>
                  <a:pt x="8020875" y="50800"/>
                </a:lnTo>
                <a:lnTo>
                  <a:pt x="7975048" y="50800"/>
                </a:lnTo>
                <a:lnTo>
                  <a:pt x="7928425" y="38100"/>
                </a:lnTo>
                <a:lnTo>
                  <a:pt x="843819" y="38100"/>
                </a:lnTo>
                <a:lnTo>
                  <a:pt x="843819" y="25400"/>
                </a:lnTo>
                <a:lnTo>
                  <a:pt x="7881080" y="25400"/>
                </a:lnTo>
                <a:lnTo>
                  <a:pt x="7881080" y="0"/>
                </a:lnTo>
                <a:lnTo>
                  <a:pt x="7928957" y="0"/>
                </a:lnTo>
                <a:lnTo>
                  <a:pt x="7976134" y="12700"/>
                </a:lnTo>
                <a:lnTo>
                  <a:pt x="8022540" y="12700"/>
                </a:lnTo>
                <a:lnTo>
                  <a:pt x="8156418" y="50800"/>
                </a:lnTo>
                <a:lnTo>
                  <a:pt x="8240507" y="76200"/>
                </a:lnTo>
                <a:lnTo>
                  <a:pt x="8280789" y="101600"/>
                </a:lnTo>
                <a:lnTo>
                  <a:pt x="8319801" y="127000"/>
                </a:lnTo>
                <a:lnTo>
                  <a:pt x="8357472" y="152400"/>
                </a:lnTo>
                <a:lnTo>
                  <a:pt x="8393730" y="177800"/>
                </a:lnTo>
                <a:lnTo>
                  <a:pt x="8428504" y="203200"/>
                </a:lnTo>
                <a:lnTo>
                  <a:pt x="8461722" y="228600"/>
                </a:lnTo>
                <a:lnTo>
                  <a:pt x="8493314" y="266700"/>
                </a:lnTo>
                <a:lnTo>
                  <a:pt x="8523209" y="292100"/>
                </a:lnTo>
                <a:lnTo>
                  <a:pt x="8551334" y="330200"/>
                </a:lnTo>
                <a:lnTo>
                  <a:pt x="8577618" y="368300"/>
                </a:lnTo>
                <a:lnTo>
                  <a:pt x="8601992" y="406400"/>
                </a:lnTo>
                <a:lnTo>
                  <a:pt x="8624382" y="444500"/>
                </a:lnTo>
                <a:lnTo>
                  <a:pt x="8644718" y="482600"/>
                </a:lnTo>
                <a:lnTo>
                  <a:pt x="8662928" y="520700"/>
                </a:lnTo>
                <a:lnTo>
                  <a:pt x="8678942" y="571500"/>
                </a:lnTo>
                <a:lnTo>
                  <a:pt x="8692687" y="609600"/>
                </a:lnTo>
                <a:lnTo>
                  <a:pt x="8704094" y="660400"/>
                </a:lnTo>
                <a:lnTo>
                  <a:pt x="8713089" y="698500"/>
                </a:lnTo>
                <a:lnTo>
                  <a:pt x="8719603" y="749300"/>
                </a:lnTo>
                <a:lnTo>
                  <a:pt x="8722075" y="781003"/>
                </a:lnTo>
                <a:lnTo>
                  <a:pt x="8722075" y="4197396"/>
                </a:lnTo>
                <a:lnTo>
                  <a:pt x="8719603" y="4229100"/>
                </a:lnTo>
                <a:lnTo>
                  <a:pt x="8713089" y="4267200"/>
                </a:lnTo>
                <a:lnTo>
                  <a:pt x="8704094" y="4318000"/>
                </a:lnTo>
                <a:lnTo>
                  <a:pt x="8692687" y="4356100"/>
                </a:lnTo>
                <a:lnTo>
                  <a:pt x="8678942" y="4406900"/>
                </a:lnTo>
                <a:lnTo>
                  <a:pt x="8662928" y="4445000"/>
                </a:lnTo>
                <a:lnTo>
                  <a:pt x="8644718" y="4483100"/>
                </a:lnTo>
                <a:lnTo>
                  <a:pt x="8624382" y="4533900"/>
                </a:lnTo>
                <a:lnTo>
                  <a:pt x="8601992" y="4572000"/>
                </a:lnTo>
                <a:lnTo>
                  <a:pt x="8577618" y="4610100"/>
                </a:lnTo>
                <a:lnTo>
                  <a:pt x="8551334" y="4648200"/>
                </a:lnTo>
                <a:lnTo>
                  <a:pt x="8523209" y="4673600"/>
                </a:lnTo>
                <a:lnTo>
                  <a:pt x="8493314" y="4711700"/>
                </a:lnTo>
                <a:lnTo>
                  <a:pt x="8461722" y="4737100"/>
                </a:lnTo>
                <a:lnTo>
                  <a:pt x="8428504" y="4775200"/>
                </a:lnTo>
                <a:lnTo>
                  <a:pt x="8393730" y="4800600"/>
                </a:lnTo>
                <a:lnTo>
                  <a:pt x="8357472" y="4826000"/>
                </a:lnTo>
                <a:lnTo>
                  <a:pt x="8319801" y="4851400"/>
                </a:lnTo>
                <a:lnTo>
                  <a:pt x="8280789" y="4876800"/>
                </a:lnTo>
                <a:lnTo>
                  <a:pt x="8240507" y="4889500"/>
                </a:lnTo>
                <a:lnTo>
                  <a:pt x="8199027" y="4914900"/>
                </a:lnTo>
                <a:lnTo>
                  <a:pt x="8156418" y="4927600"/>
                </a:lnTo>
                <a:close/>
              </a:path>
              <a:path w="8722360" h="4965700">
                <a:moveTo>
                  <a:pt x="7881080" y="4965700"/>
                </a:moveTo>
                <a:lnTo>
                  <a:pt x="843819" y="4965700"/>
                </a:lnTo>
                <a:lnTo>
                  <a:pt x="843819" y="4953000"/>
                </a:lnTo>
                <a:lnTo>
                  <a:pt x="7881080" y="4953000"/>
                </a:lnTo>
                <a:lnTo>
                  <a:pt x="7881080" y="4965700"/>
                </a:lnTo>
                <a:close/>
              </a:path>
              <a:path w="8722360" h="4965700">
                <a:moveTo>
                  <a:pt x="8022540" y="4965700"/>
                </a:moveTo>
                <a:lnTo>
                  <a:pt x="7881080" y="4965700"/>
                </a:lnTo>
                <a:lnTo>
                  <a:pt x="7881080" y="4953000"/>
                </a:lnTo>
                <a:lnTo>
                  <a:pt x="8068104" y="4953000"/>
                </a:lnTo>
                <a:lnTo>
                  <a:pt x="8022540" y="49657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4744" y="471169"/>
            <a:ext cx="17767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0000"/>
                </a:solidFill>
              </a:rPr>
              <a:t>PROBLEM</a:t>
            </a:r>
            <a:endParaRPr sz="3000"/>
          </a:p>
        </p:txBody>
      </p:sp>
      <p:grpSp>
        <p:nvGrpSpPr>
          <p:cNvPr id="7" name="object 7"/>
          <p:cNvGrpSpPr/>
          <p:nvPr/>
        </p:nvGrpSpPr>
        <p:grpSpPr>
          <a:xfrm>
            <a:off x="1524619" y="1607819"/>
            <a:ext cx="114300" cy="1943100"/>
            <a:chOff x="1524619" y="1607819"/>
            <a:chExt cx="114300" cy="1943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619" y="1607819"/>
              <a:ext cx="114300" cy="1142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619" y="3436620"/>
              <a:ext cx="114300" cy="1142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480039" y="481562"/>
            <a:ext cx="16713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SOLUTION</a:t>
            </a:r>
            <a:endParaRPr sz="27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0389" y="1484861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0389" y="4351886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0389" y="6809336"/>
            <a:ext cx="85725" cy="857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968642" y="1226417"/>
            <a:ext cx="6617970" cy="78835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700" b="1" spc="-20" dirty="0">
                <a:solidFill>
                  <a:srgbClr val="115864"/>
                </a:solidFill>
                <a:latin typeface="Calibri"/>
                <a:cs typeface="Calibri"/>
              </a:rPr>
              <a:t>Knowledge-</a:t>
            </a:r>
            <a:r>
              <a:rPr sz="2700" b="1" dirty="0">
                <a:solidFill>
                  <a:srgbClr val="115864"/>
                </a:solidFill>
                <a:latin typeface="Calibri"/>
                <a:cs typeface="Calibri"/>
              </a:rPr>
              <a:t>Guided</a:t>
            </a:r>
            <a:r>
              <a:rPr sz="2700" b="1" spc="-4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115864"/>
                </a:solidFill>
                <a:latin typeface="Calibri"/>
                <a:cs typeface="Calibri"/>
              </a:rPr>
              <a:t>Model</a:t>
            </a:r>
            <a:r>
              <a:rPr sz="2700" b="1" spc="-4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115864"/>
                </a:solidFill>
                <a:latin typeface="Calibri"/>
                <a:cs typeface="Calibri"/>
              </a:rPr>
              <a:t>Development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235"/>
              </a:lnSpc>
              <a:spcBef>
                <a:spcPts val="285"/>
              </a:spcBef>
            </a:pPr>
            <a:r>
              <a:rPr sz="2700" dirty="0">
                <a:latin typeface="Arial MT"/>
                <a:cs typeface="Arial MT"/>
              </a:rPr>
              <a:t>In the absence of a labeled </a:t>
            </a:r>
            <a:r>
              <a:rPr sz="2700" spc="-10" dirty="0">
                <a:latin typeface="Arial MT"/>
                <a:cs typeface="Arial MT"/>
              </a:rPr>
              <a:t>dataset,</a:t>
            </a:r>
            <a:endParaRPr sz="2700" dirty="0">
              <a:latin typeface="Arial MT"/>
              <a:cs typeface="Arial MT"/>
            </a:endParaRPr>
          </a:p>
          <a:p>
            <a:pPr marL="12700" marR="212090">
              <a:lnSpc>
                <a:spcPts val="3220"/>
              </a:lnSpc>
              <a:spcBef>
                <a:spcPts val="114"/>
              </a:spcBef>
            </a:pPr>
            <a:r>
              <a:rPr sz="2700" dirty="0">
                <a:latin typeface="Arial MT"/>
                <a:cs typeface="Arial MT"/>
              </a:rPr>
              <a:t>agricultural research literature is used </a:t>
            </a:r>
            <a:r>
              <a:rPr sz="2700" spc="-25" dirty="0">
                <a:latin typeface="Arial MT"/>
                <a:cs typeface="Arial MT"/>
              </a:rPr>
              <a:t>to </a:t>
            </a:r>
            <a:r>
              <a:rPr sz="2700" dirty="0">
                <a:latin typeface="Arial MT"/>
                <a:cs typeface="Arial MT"/>
              </a:rPr>
              <a:t>understand how temperature, </a:t>
            </a:r>
            <a:r>
              <a:rPr sz="2700" spc="-10" dirty="0">
                <a:latin typeface="Arial MT"/>
                <a:cs typeface="Arial MT"/>
              </a:rPr>
              <a:t>humidity, </a:t>
            </a:r>
            <a:r>
              <a:rPr sz="2700" dirty="0">
                <a:latin typeface="Arial MT"/>
                <a:cs typeface="Arial MT"/>
              </a:rPr>
              <a:t>rainfall, and soil moisture affect </a:t>
            </a:r>
            <a:r>
              <a:rPr sz="2700" spc="-10" dirty="0">
                <a:latin typeface="Arial MT"/>
                <a:cs typeface="Arial MT"/>
              </a:rPr>
              <a:t>Anthurium </a:t>
            </a:r>
            <a:r>
              <a:rPr sz="2700" dirty="0">
                <a:latin typeface="Arial MT"/>
                <a:cs typeface="Arial MT"/>
              </a:rPr>
              <a:t>water </a:t>
            </a:r>
            <a:r>
              <a:rPr sz="2700" spc="-10" dirty="0">
                <a:latin typeface="Arial MT"/>
                <a:cs typeface="Arial MT"/>
              </a:rPr>
              <a:t>requirements.</a:t>
            </a:r>
            <a:endParaRPr sz="2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20"/>
              </a:spcBef>
            </a:pPr>
            <a:r>
              <a:rPr sz="2700" b="1" spc="-20" dirty="0">
                <a:solidFill>
                  <a:srgbClr val="115864"/>
                </a:solidFill>
                <a:latin typeface="Calibri"/>
                <a:cs typeface="Calibri"/>
              </a:rPr>
              <a:t>Weather-</a:t>
            </a:r>
            <a:r>
              <a:rPr sz="2700" b="1" dirty="0">
                <a:solidFill>
                  <a:srgbClr val="115864"/>
                </a:solidFill>
                <a:latin typeface="Calibri"/>
                <a:cs typeface="Calibri"/>
              </a:rPr>
              <a:t>Driven</a:t>
            </a:r>
            <a:r>
              <a:rPr sz="2700" b="1" spc="-6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115864"/>
                </a:solidFill>
                <a:latin typeface="Calibri"/>
                <a:cs typeface="Calibri"/>
              </a:rPr>
              <a:t>Watering</a:t>
            </a:r>
            <a:r>
              <a:rPr sz="2700" b="1" spc="-6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115864"/>
                </a:solidFill>
                <a:latin typeface="Calibri"/>
                <a:cs typeface="Calibri"/>
              </a:rPr>
              <a:t>Logic</a:t>
            </a:r>
            <a:endParaRPr sz="2700" dirty="0">
              <a:latin typeface="Calibri"/>
              <a:cs typeface="Calibri"/>
            </a:endParaRPr>
          </a:p>
          <a:p>
            <a:pPr marL="12700" marR="5080">
              <a:lnSpc>
                <a:spcPts val="3229"/>
              </a:lnSpc>
              <a:spcBef>
                <a:spcPts val="400"/>
              </a:spcBef>
            </a:pPr>
            <a:r>
              <a:rPr sz="2700" dirty="0">
                <a:latin typeface="Cambria"/>
                <a:cs typeface="Cambria"/>
              </a:rPr>
              <a:t>A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rule-based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data-assisted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model</a:t>
            </a:r>
            <a:r>
              <a:rPr sz="2700" spc="-25" dirty="0">
                <a:latin typeface="Cambria"/>
                <a:cs typeface="Cambria"/>
              </a:rPr>
              <a:t> is </a:t>
            </a:r>
            <a:r>
              <a:rPr sz="2700" dirty="0">
                <a:latin typeface="Cambria"/>
                <a:cs typeface="Cambria"/>
              </a:rPr>
              <a:t>developed</a:t>
            </a:r>
            <a:r>
              <a:rPr sz="2700" spc="-5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to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generate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optimal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watering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time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water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level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recommendations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based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on </a:t>
            </a:r>
            <a:r>
              <a:rPr sz="2700" dirty="0">
                <a:latin typeface="Cambria"/>
                <a:cs typeface="Cambria"/>
              </a:rPr>
              <a:t>current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forecasted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weather</a:t>
            </a:r>
            <a:r>
              <a:rPr sz="2700" spc="-10" dirty="0">
                <a:latin typeface="Cambria"/>
                <a:cs typeface="Cambria"/>
              </a:rPr>
              <a:t> conditions.</a:t>
            </a:r>
            <a:endParaRPr sz="2700" dirty="0">
              <a:latin typeface="Cambria"/>
              <a:cs typeface="Cambria"/>
            </a:endParaRPr>
          </a:p>
          <a:p>
            <a:pPr marL="12700" marR="1106805">
              <a:lnSpc>
                <a:spcPct val="104200"/>
              </a:lnSpc>
              <a:spcBef>
                <a:spcPts val="2655"/>
              </a:spcBef>
            </a:pPr>
            <a:r>
              <a:rPr sz="2700" b="1" dirty="0">
                <a:solidFill>
                  <a:srgbClr val="115864"/>
                </a:solidFill>
                <a:latin typeface="Calibri"/>
                <a:cs typeface="Calibri"/>
              </a:rPr>
              <a:t>Expert</a:t>
            </a:r>
            <a:r>
              <a:rPr sz="2700" b="1" spc="-4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115864"/>
                </a:solidFill>
                <a:latin typeface="Calibri"/>
                <a:cs typeface="Calibri"/>
              </a:rPr>
              <a:t>Knowledge</a:t>
            </a:r>
            <a:r>
              <a:rPr sz="2700" b="1" spc="-3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115864"/>
                </a:solidFill>
                <a:latin typeface="Calibri"/>
                <a:cs typeface="Calibri"/>
              </a:rPr>
              <a:t>Validation </a:t>
            </a:r>
            <a:r>
              <a:rPr sz="2700" dirty="0">
                <a:latin typeface="Arial MT"/>
                <a:cs typeface="Arial MT"/>
              </a:rPr>
              <a:t>Collected rules and thresholds </a:t>
            </a:r>
            <a:r>
              <a:rPr sz="2700" spc="-25" dirty="0">
                <a:latin typeface="Arial MT"/>
                <a:cs typeface="Arial MT"/>
              </a:rPr>
              <a:t>are </a:t>
            </a:r>
            <a:r>
              <a:rPr sz="2700" dirty="0">
                <a:latin typeface="Arial MT"/>
                <a:cs typeface="Arial MT"/>
              </a:rPr>
              <a:t>validated and refined through </a:t>
            </a:r>
            <a:r>
              <a:rPr sz="2700" spc="-10" dirty="0">
                <a:latin typeface="Arial MT"/>
                <a:cs typeface="Arial MT"/>
              </a:rPr>
              <a:t>expert</a:t>
            </a:r>
            <a:endParaRPr sz="2700" dirty="0">
              <a:latin typeface="Arial MT"/>
              <a:cs typeface="Arial MT"/>
            </a:endParaRPr>
          </a:p>
          <a:p>
            <a:pPr marL="12700" marR="345440">
              <a:lnSpc>
                <a:spcPts val="3229"/>
              </a:lnSpc>
              <a:spcBef>
                <a:spcPts val="85"/>
              </a:spcBef>
            </a:pPr>
            <a:r>
              <a:rPr sz="2700" dirty="0">
                <a:latin typeface="Arial MT"/>
                <a:cs typeface="Arial MT"/>
              </a:rPr>
              <a:t>knowledge, including agricultural </a:t>
            </a:r>
            <a:r>
              <a:rPr sz="2700" spc="-10" dirty="0">
                <a:latin typeface="Arial MT"/>
                <a:cs typeface="Arial MT"/>
              </a:rPr>
              <a:t>officers, </a:t>
            </a:r>
            <a:r>
              <a:rPr sz="2700" dirty="0">
                <a:latin typeface="Arial MT"/>
                <a:cs typeface="Arial MT"/>
              </a:rPr>
              <a:t>floriculture experts, and </a:t>
            </a:r>
            <a:r>
              <a:rPr sz="2700" spc="-10" dirty="0">
                <a:latin typeface="Arial MT"/>
                <a:cs typeface="Arial MT"/>
              </a:rPr>
              <a:t>experienced </a:t>
            </a:r>
            <a:r>
              <a:rPr sz="2700" dirty="0">
                <a:latin typeface="Arial MT"/>
                <a:cs typeface="Arial MT"/>
              </a:rPr>
              <a:t>Anthurium </a:t>
            </a:r>
            <a:r>
              <a:rPr sz="2700" spc="-10" dirty="0">
                <a:latin typeface="Arial MT"/>
                <a:cs typeface="Arial MT"/>
              </a:rPr>
              <a:t>farmers.</a:t>
            </a:r>
            <a:endParaRPr sz="2700" dirty="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2589" y="6103619"/>
            <a:ext cx="104775" cy="1047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2589" y="6922769"/>
            <a:ext cx="104775" cy="104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2589" y="7741919"/>
            <a:ext cx="104775" cy="104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72589" y="8561069"/>
            <a:ext cx="104775" cy="1047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450340" y="1376044"/>
            <a:ext cx="8125459" cy="8808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410" marR="979805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Arial MT"/>
                <a:cs typeface="Arial MT"/>
              </a:rPr>
              <a:t>No publicly available dataset </a:t>
            </a:r>
            <a:r>
              <a:rPr sz="3000" spc="-10" dirty="0">
                <a:latin typeface="Arial MT"/>
                <a:cs typeface="Arial MT"/>
              </a:rPr>
              <a:t>specifically </a:t>
            </a:r>
            <a:r>
              <a:rPr sz="3000" dirty="0">
                <a:latin typeface="Arial MT"/>
                <a:cs typeface="Arial MT"/>
              </a:rPr>
              <a:t>designed for training watering </a:t>
            </a:r>
            <a:r>
              <a:rPr sz="3000" spc="-10" dirty="0">
                <a:latin typeface="Arial MT"/>
                <a:cs typeface="Arial MT"/>
              </a:rPr>
              <a:t>schedule </a:t>
            </a:r>
            <a:r>
              <a:rPr sz="3000" dirty="0">
                <a:latin typeface="Arial MT"/>
                <a:cs typeface="Arial MT"/>
              </a:rPr>
              <a:t>models for Anthurium </a:t>
            </a:r>
            <a:r>
              <a:rPr sz="3000" spc="-10" dirty="0">
                <a:latin typeface="Arial MT"/>
                <a:cs typeface="Arial MT"/>
              </a:rPr>
              <a:t>farming.</a:t>
            </a:r>
            <a:endParaRPr sz="3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3000" dirty="0">
              <a:latin typeface="Arial MT"/>
              <a:cs typeface="Arial MT"/>
            </a:endParaRPr>
          </a:p>
          <a:p>
            <a:pPr marL="359410" marR="620395">
              <a:lnSpc>
                <a:spcPct val="100000"/>
              </a:lnSpc>
            </a:pPr>
            <a:r>
              <a:rPr sz="3000" dirty="0">
                <a:latin typeface="Arial MT"/>
                <a:cs typeface="Arial MT"/>
              </a:rPr>
              <a:t>Watering practices are often based </a:t>
            </a:r>
            <a:r>
              <a:rPr sz="3000" spc="-25" dirty="0">
                <a:latin typeface="Arial MT"/>
                <a:cs typeface="Arial MT"/>
              </a:rPr>
              <a:t>on </a:t>
            </a:r>
            <a:r>
              <a:rPr sz="3000" b="1" dirty="0">
                <a:latin typeface="Arial"/>
                <a:cs typeface="Arial"/>
              </a:rPr>
              <a:t>experience</a:t>
            </a:r>
            <a:r>
              <a:rPr sz="3000" b="1" spc="-2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rather</a:t>
            </a:r>
            <a:r>
              <a:rPr sz="3000" b="1" spc="-2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than</a:t>
            </a:r>
            <a:r>
              <a:rPr sz="3000" b="1" spc="-2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data-</a:t>
            </a:r>
            <a:r>
              <a:rPr sz="3000" b="1" spc="-10" dirty="0">
                <a:latin typeface="Arial"/>
                <a:cs typeface="Arial"/>
              </a:rPr>
              <a:t>driven </a:t>
            </a:r>
            <a:r>
              <a:rPr sz="3000" b="1" dirty="0">
                <a:latin typeface="Arial"/>
                <a:cs typeface="Arial"/>
              </a:rPr>
              <a:t>insights</a:t>
            </a:r>
            <a:r>
              <a:rPr sz="3000" dirty="0">
                <a:latin typeface="Arial MT"/>
                <a:cs typeface="Arial MT"/>
              </a:rPr>
              <a:t>,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leading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to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overwatering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or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under watering.</a:t>
            </a:r>
            <a:endParaRPr sz="3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3000" dirty="0">
              <a:latin typeface="Arial MT"/>
              <a:cs typeface="Arial MT"/>
            </a:endParaRPr>
          </a:p>
          <a:p>
            <a:pPr marL="12700">
              <a:lnSpc>
                <a:spcPts val="3229"/>
              </a:lnSpc>
            </a:pPr>
            <a:r>
              <a:rPr sz="2700" b="1" dirty="0">
                <a:solidFill>
                  <a:srgbClr val="FF0000"/>
                </a:solidFill>
                <a:latin typeface="Cambria"/>
                <a:cs typeface="Cambria"/>
              </a:rPr>
              <a:t>USER</a:t>
            </a:r>
            <a:r>
              <a:rPr sz="27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REQUIREMENTS</a:t>
            </a:r>
            <a:endParaRPr sz="2700" dirty="0">
              <a:latin typeface="Cambria"/>
              <a:cs typeface="Cambria"/>
            </a:endParaRPr>
          </a:p>
          <a:p>
            <a:pPr marL="501015" marR="755015">
              <a:lnSpc>
                <a:spcPts val="3229"/>
              </a:lnSpc>
              <a:spcBef>
                <a:spcPts val="110"/>
              </a:spcBef>
            </a:pPr>
            <a:r>
              <a:rPr sz="2700" dirty="0">
                <a:latin typeface="Arial MT"/>
                <a:cs typeface="Arial MT"/>
              </a:rPr>
              <a:t>Accurate recommendations for daily </a:t>
            </a:r>
            <a:r>
              <a:rPr sz="2700" spc="-10" dirty="0">
                <a:latin typeface="Arial MT"/>
                <a:cs typeface="Arial MT"/>
              </a:rPr>
              <a:t>watering </a:t>
            </a:r>
            <a:r>
              <a:rPr sz="2700" dirty="0">
                <a:latin typeface="Arial MT"/>
                <a:cs typeface="Arial MT"/>
              </a:rPr>
              <a:t>time (e.g., morning or </a:t>
            </a:r>
            <a:r>
              <a:rPr sz="2700" spc="-10" dirty="0">
                <a:latin typeface="Arial MT"/>
                <a:cs typeface="Arial MT"/>
              </a:rPr>
              <a:t>evening).</a:t>
            </a:r>
            <a:endParaRPr sz="2700" dirty="0">
              <a:latin typeface="Arial MT"/>
              <a:cs typeface="Arial MT"/>
            </a:endParaRPr>
          </a:p>
          <a:p>
            <a:pPr marL="501015">
              <a:lnSpc>
                <a:spcPts val="3105"/>
              </a:lnSpc>
            </a:pPr>
            <a:r>
              <a:rPr sz="2700" dirty="0">
                <a:latin typeface="Arial MT"/>
                <a:cs typeface="Arial MT"/>
              </a:rPr>
              <a:t>Clear guidance on water quantity per plant </a:t>
            </a:r>
            <a:r>
              <a:rPr sz="2700" spc="-10" dirty="0">
                <a:latin typeface="Arial MT"/>
                <a:cs typeface="Arial MT"/>
              </a:rPr>
              <a:t>based</a:t>
            </a:r>
            <a:endParaRPr sz="2700" dirty="0">
              <a:latin typeface="Arial MT"/>
              <a:cs typeface="Arial MT"/>
            </a:endParaRPr>
          </a:p>
          <a:p>
            <a:pPr marL="501015">
              <a:lnSpc>
                <a:spcPts val="3225"/>
              </a:lnSpc>
            </a:pPr>
            <a:r>
              <a:rPr sz="2700" dirty="0">
                <a:latin typeface="Arial MT"/>
                <a:cs typeface="Arial MT"/>
              </a:rPr>
              <a:t>on weather </a:t>
            </a:r>
            <a:r>
              <a:rPr sz="2700" spc="-10" dirty="0">
                <a:latin typeface="Arial MT"/>
                <a:cs typeface="Arial MT"/>
              </a:rPr>
              <a:t>conditions.</a:t>
            </a:r>
            <a:endParaRPr sz="2700" dirty="0">
              <a:latin typeface="Arial MT"/>
              <a:cs typeface="Arial MT"/>
            </a:endParaRPr>
          </a:p>
          <a:p>
            <a:pPr marL="501015" marR="602615">
              <a:lnSpc>
                <a:spcPts val="3229"/>
              </a:lnSpc>
              <a:spcBef>
                <a:spcPts val="105"/>
              </a:spcBef>
            </a:pPr>
            <a:r>
              <a:rPr sz="2700" dirty="0">
                <a:latin typeface="Arial MT"/>
                <a:cs typeface="Arial MT"/>
              </a:rPr>
              <a:t>Identification of low-risk and high-risk </a:t>
            </a:r>
            <a:r>
              <a:rPr sz="2700" spc="-10" dirty="0">
                <a:latin typeface="Arial MT"/>
                <a:cs typeface="Arial MT"/>
              </a:rPr>
              <a:t>watering days.</a:t>
            </a:r>
            <a:endParaRPr sz="2700" dirty="0">
              <a:latin typeface="Arial MT"/>
              <a:cs typeface="Arial MT"/>
            </a:endParaRPr>
          </a:p>
          <a:p>
            <a:pPr marL="501015">
              <a:lnSpc>
                <a:spcPts val="3105"/>
              </a:lnSpc>
            </a:pPr>
            <a:r>
              <a:rPr sz="2700" dirty="0">
                <a:latin typeface="Arial MT"/>
                <a:cs typeface="Arial MT"/>
              </a:rPr>
              <a:t>Simple, mobile-friendly presentation suitable </a:t>
            </a:r>
            <a:r>
              <a:rPr sz="2700" spc="-25" dirty="0">
                <a:latin typeface="Arial MT"/>
                <a:cs typeface="Arial MT"/>
              </a:rPr>
              <a:t>for</a:t>
            </a:r>
            <a:endParaRPr sz="2700" dirty="0">
              <a:latin typeface="Arial MT"/>
              <a:cs typeface="Arial MT"/>
            </a:endParaRPr>
          </a:p>
          <a:p>
            <a:pPr marL="501015">
              <a:lnSpc>
                <a:spcPts val="3235"/>
              </a:lnSpc>
            </a:pPr>
            <a:r>
              <a:rPr sz="2700" dirty="0">
                <a:latin typeface="Arial MT"/>
                <a:cs typeface="Arial MT"/>
              </a:rPr>
              <a:t>Sri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Lankan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farmers.</a:t>
            </a:r>
            <a:endParaRPr sz="2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2700" dirty="0">
              <a:latin typeface="Arial MT"/>
              <a:cs typeface="Arial MT"/>
            </a:endParaRPr>
          </a:p>
          <a:p>
            <a:pPr marL="4241165">
              <a:lnSpc>
                <a:spcPct val="100000"/>
              </a:lnSpc>
            </a:pPr>
            <a:r>
              <a:rPr sz="2700" dirty="0">
                <a:latin typeface="Cambria"/>
                <a:cs typeface="Cambria"/>
              </a:rPr>
              <a:t>IT22109958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|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Soysa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H.R.T.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52499" y="5141890"/>
            <a:ext cx="8724900" cy="4431030"/>
          </a:xfrm>
          <a:custGeom>
            <a:avLst/>
            <a:gdLst/>
            <a:ahLst/>
            <a:cxnLst/>
            <a:rect l="l" t="t" r="r" b="b"/>
            <a:pathLst>
              <a:path w="8724900" h="4431030">
                <a:moveTo>
                  <a:pt x="754284" y="4430934"/>
                </a:moveTo>
                <a:lnTo>
                  <a:pt x="706588" y="4429456"/>
                </a:lnTo>
                <a:lnTo>
                  <a:pt x="659679" y="4425082"/>
                </a:lnTo>
                <a:lnTo>
                  <a:pt x="613645" y="4417900"/>
                </a:lnTo>
                <a:lnTo>
                  <a:pt x="568577" y="4407997"/>
                </a:lnTo>
                <a:lnTo>
                  <a:pt x="524561" y="4395461"/>
                </a:lnTo>
                <a:lnTo>
                  <a:pt x="481686" y="4380380"/>
                </a:lnTo>
                <a:lnTo>
                  <a:pt x="440041" y="4362842"/>
                </a:lnTo>
                <a:lnTo>
                  <a:pt x="399714" y="4342936"/>
                </a:lnTo>
                <a:lnTo>
                  <a:pt x="360793" y="4320748"/>
                </a:lnTo>
                <a:lnTo>
                  <a:pt x="323368" y="4296366"/>
                </a:lnTo>
                <a:lnTo>
                  <a:pt x="287525" y="4269880"/>
                </a:lnTo>
                <a:lnTo>
                  <a:pt x="253354" y="4241376"/>
                </a:lnTo>
                <a:lnTo>
                  <a:pt x="220944" y="4210942"/>
                </a:lnTo>
                <a:lnTo>
                  <a:pt x="190382" y="4178666"/>
                </a:lnTo>
                <a:lnTo>
                  <a:pt x="161756" y="4144637"/>
                </a:lnTo>
                <a:lnTo>
                  <a:pt x="135156" y="4108942"/>
                </a:lnTo>
                <a:lnTo>
                  <a:pt x="110670" y="4071668"/>
                </a:lnTo>
                <a:lnTo>
                  <a:pt x="88386" y="4032905"/>
                </a:lnTo>
                <a:lnTo>
                  <a:pt x="68392" y="3992739"/>
                </a:lnTo>
                <a:lnTo>
                  <a:pt x="50778" y="3951259"/>
                </a:lnTo>
                <a:lnTo>
                  <a:pt x="35631" y="3908552"/>
                </a:lnTo>
                <a:lnTo>
                  <a:pt x="23039" y="3864707"/>
                </a:lnTo>
                <a:lnTo>
                  <a:pt x="13092" y="3819811"/>
                </a:lnTo>
                <a:lnTo>
                  <a:pt x="5877" y="3773952"/>
                </a:lnTo>
                <a:lnTo>
                  <a:pt x="1605" y="3728512"/>
                </a:lnTo>
                <a:lnTo>
                  <a:pt x="1484" y="3727218"/>
                </a:lnTo>
                <a:lnTo>
                  <a:pt x="0" y="3679697"/>
                </a:lnTo>
                <a:lnTo>
                  <a:pt x="0" y="751236"/>
                </a:lnTo>
                <a:lnTo>
                  <a:pt x="1484" y="703716"/>
                </a:lnTo>
                <a:lnTo>
                  <a:pt x="5877" y="656982"/>
                </a:lnTo>
                <a:lnTo>
                  <a:pt x="13092" y="611123"/>
                </a:lnTo>
                <a:lnTo>
                  <a:pt x="23039" y="566227"/>
                </a:lnTo>
                <a:lnTo>
                  <a:pt x="35631" y="522381"/>
                </a:lnTo>
                <a:lnTo>
                  <a:pt x="50778" y="479675"/>
                </a:lnTo>
                <a:lnTo>
                  <a:pt x="68392" y="438194"/>
                </a:lnTo>
                <a:lnTo>
                  <a:pt x="88386" y="398029"/>
                </a:lnTo>
                <a:lnTo>
                  <a:pt x="110670" y="359265"/>
                </a:lnTo>
                <a:lnTo>
                  <a:pt x="135156" y="321992"/>
                </a:lnTo>
                <a:lnTo>
                  <a:pt x="161756" y="286296"/>
                </a:lnTo>
                <a:lnTo>
                  <a:pt x="190382" y="252267"/>
                </a:lnTo>
                <a:lnTo>
                  <a:pt x="220944" y="219991"/>
                </a:lnTo>
                <a:lnTo>
                  <a:pt x="253354" y="189558"/>
                </a:lnTo>
                <a:lnTo>
                  <a:pt x="287525" y="161053"/>
                </a:lnTo>
                <a:lnTo>
                  <a:pt x="323368" y="134567"/>
                </a:lnTo>
                <a:lnTo>
                  <a:pt x="360793" y="110186"/>
                </a:lnTo>
                <a:lnTo>
                  <a:pt x="399714" y="87998"/>
                </a:lnTo>
                <a:lnTo>
                  <a:pt x="440041" y="68091"/>
                </a:lnTo>
                <a:lnTo>
                  <a:pt x="481686" y="50553"/>
                </a:lnTo>
                <a:lnTo>
                  <a:pt x="524561" y="35472"/>
                </a:lnTo>
                <a:lnTo>
                  <a:pt x="568577" y="22937"/>
                </a:lnTo>
                <a:lnTo>
                  <a:pt x="613645" y="13033"/>
                </a:lnTo>
                <a:lnTo>
                  <a:pt x="659679" y="5851"/>
                </a:lnTo>
                <a:lnTo>
                  <a:pt x="706588" y="1477"/>
                </a:lnTo>
                <a:lnTo>
                  <a:pt x="754284" y="0"/>
                </a:lnTo>
                <a:lnTo>
                  <a:pt x="7970614" y="0"/>
                </a:lnTo>
                <a:lnTo>
                  <a:pt x="7970614" y="19050"/>
                </a:lnTo>
                <a:lnTo>
                  <a:pt x="754284" y="19050"/>
                </a:lnTo>
                <a:lnTo>
                  <a:pt x="754284" y="38100"/>
                </a:lnTo>
                <a:lnTo>
                  <a:pt x="705246" y="39745"/>
                </a:lnTo>
                <a:lnTo>
                  <a:pt x="657095" y="44611"/>
                </a:lnTo>
                <a:lnTo>
                  <a:pt x="609938" y="52592"/>
                </a:lnTo>
                <a:lnTo>
                  <a:pt x="563882" y="63580"/>
                </a:lnTo>
                <a:lnTo>
                  <a:pt x="519033" y="77469"/>
                </a:lnTo>
                <a:lnTo>
                  <a:pt x="475498" y="94154"/>
                </a:lnTo>
                <a:lnTo>
                  <a:pt x="433384" y="113528"/>
                </a:lnTo>
                <a:lnTo>
                  <a:pt x="392796" y="135484"/>
                </a:lnTo>
                <a:lnTo>
                  <a:pt x="353843" y="159916"/>
                </a:lnTo>
                <a:lnTo>
                  <a:pt x="316630" y="186718"/>
                </a:lnTo>
                <a:lnTo>
                  <a:pt x="281264" y="215784"/>
                </a:lnTo>
                <a:lnTo>
                  <a:pt x="247852" y="247007"/>
                </a:lnTo>
                <a:lnTo>
                  <a:pt x="216500" y="280280"/>
                </a:lnTo>
                <a:lnTo>
                  <a:pt x="187315" y="315499"/>
                </a:lnTo>
                <a:lnTo>
                  <a:pt x="160403" y="352555"/>
                </a:lnTo>
                <a:lnTo>
                  <a:pt x="135872" y="391343"/>
                </a:lnTo>
                <a:lnTo>
                  <a:pt x="113827" y="431757"/>
                </a:lnTo>
                <a:lnTo>
                  <a:pt x="94376" y="473690"/>
                </a:lnTo>
                <a:lnTo>
                  <a:pt x="77625" y="517036"/>
                </a:lnTo>
                <a:lnTo>
                  <a:pt x="63680" y="561688"/>
                </a:lnTo>
                <a:lnTo>
                  <a:pt x="52648" y="607541"/>
                </a:lnTo>
                <a:lnTo>
                  <a:pt x="44637" y="654487"/>
                </a:lnTo>
                <a:lnTo>
                  <a:pt x="39752" y="702421"/>
                </a:lnTo>
                <a:lnTo>
                  <a:pt x="38100" y="751236"/>
                </a:lnTo>
                <a:lnTo>
                  <a:pt x="38100" y="3679697"/>
                </a:lnTo>
                <a:lnTo>
                  <a:pt x="39708" y="3727218"/>
                </a:lnTo>
                <a:lnTo>
                  <a:pt x="44637" y="3776446"/>
                </a:lnTo>
                <a:lnTo>
                  <a:pt x="52648" y="3823393"/>
                </a:lnTo>
                <a:lnTo>
                  <a:pt x="63680" y="3869245"/>
                </a:lnTo>
                <a:lnTo>
                  <a:pt x="77625" y="3913898"/>
                </a:lnTo>
                <a:lnTo>
                  <a:pt x="94376" y="3957244"/>
                </a:lnTo>
                <a:lnTo>
                  <a:pt x="113827" y="3999177"/>
                </a:lnTo>
                <a:lnTo>
                  <a:pt x="135872" y="4039590"/>
                </a:lnTo>
                <a:lnTo>
                  <a:pt x="160403" y="4078379"/>
                </a:lnTo>
                <a:lnTo>
                  <a:pt x="187315" y="4115435"/>
                </a:lnTo>
                <a:lnTo>
                  <a:pt x="216500" y="4150653"/>
                </a:lnTo>
                <a:lnTo>
                  <a:pt x="247852" y="4183927"/>
                </a:lnTo>
                <a:lnTo>
                  <a:pt x="281264" y="4215149"/>
                </a:lnTo>
                <a:lnTo>
                  <a:pt x="316630" y="4244215"/>
                </a:lnTo>
                <a:lnTo>
                  <a:pt x="353843" y="4271017"/>
                </a:lnTo>
                <a:lnTo>
                  <a:pt x="392796" y="4295449"/>
                </a:lnTo>
                <a:lnTo>
                  <a:pt x="433384" y="4317405"/>
                </a:lnTo>
                <a:lnTo>
                  <a:pt x="475498" y="4336779"/>
                </a:lnTo>
                <a:lnTo>
                  <a:pt x="519033" y="4353464"/>
                </a:lnTo>
                <a:lnTo>
                  <a:pt x="563882" y="4367353"/>
                </a:lnTo>
                <a:lnTo>
                  <a:pt x="609938" y="4378341"/>
                </a:lnTo>
                <a:lnTo>
                  <a:pt x="657095" y="4386322"/>
                </a:lnTo>
                <a:lnTo>
                  <a:pt x="705246" y="4391188"/>
                </a:lnTo>
                <a:lnTo>
                  <a:pt x="754284" y="4392834"/>
                </a:lnTo>
                <a:lnTo>
                  <a:pt x="8207781" y="4392834"/>
                </a:lnTo>
                <a:lnTo>
                  <a:pt x="8200308" y="4395461"/>
                </a:lnTo>
                <a:lnTo>
                  <a:pt x="8156296" y="4407997"/>
                </a:lnTo>
                <a:lnTo>
                  <a:pt x="8138610" y="4411884"/>
                </a:lnTo>
                <a:lnTo>
                  <a:pt x="754284" y="4411884"/>
                </a:lnTo>
                <a:lnTo>
                  <a:pt x="754284" y="4430934"/>
                </a:lnTo>
                <a:close/>
              </a:path>
              <a:path w="8724900" h="4431030">
                <a:moveTo>
                  <a:pt x="8207781" y="4392834"/>
                </a:moveTo>
                <a:lnTo>
                  <a:pt x="7970614" y="4392834"/>
                </a:lnTo>
                <a:lnTo>
                  <a:pt x="8019664" y="4391188"/>
                </a:lnTo>
                <a:lnTo>
                  <a:pt x="8067824" y="4386322"/>
                </a:lnTo>
                <a:lnTo>
                  <a:pt x="8114988" y="4378341"/>
                </a:lnTo>
                <a:lnTo>
                  <a:pt x="8161050" y="4367353"/>
                </a:lnTo>
                <a:lnTo>
                  <a:pt x="8205903" y="4353464"/>
                </a:lnTo>
                <a:lnTo>
                  <a:pt x="8249441" y="4336779"/>
                </a:lnTo>
                <a:lnTo>
                  <a:pt x="8291557" y="4317405"/>
                </a:lnTo>
                <a:lnTo>
                  <a:pt x="8332145" y="4295449"/>
                </a:lnTo>
                <a:lnTo>
                  <a:pt x="8371097" y="4271017"/>
                </a:lnTo>
                <a:lnTo>
                  <a:pt x="8408309" y="4244215"/>
                </a:lnTo>
                <a:lnTo>
                  <a:pt x="8443673" y="4215149"/>
                </a:lnTo>
                <a:lnTo>
                  <a:pt x="8477082" y="4183927"/>
                </a:lnTo>
                <a:lnTo>
                  <a:pt x="8508431" y="4150653"/>
                </a:lnTo>
                <a:lnTo>
                  <a:pt x="8537613" y="4115435"/>
                </a:lnTo>
                <a:lnTo>
                  <a:pt x="8564520" y="4078379"/>
                </a:lnTo>
                <a:lnTo>
                  <a:pt x="8589048" y="4039590"/>
                </a:lnTo>
                <a:lnTo>
                  <a:pt x="8611089" y="3999177"/>
                </a:lnTo>
                <a:lnTo>
                  <a:pt x="8630536" y="3957244"/>
                </a:lnTo>
                <a:lnTo>
                  <a:pt x="8647284" y="3913898"/>
                </a:lnTo>
                <a:lnTo>
                  <a:pt x="8661225" y="3869245"/>
                </a:lnTo>
                <a:lnTo>
                  <a:pt x="8672254" y="3823393"/>
                </a:lnTo>
                <a:lnTo>
                  <a:pt x="8680264" y="3776446"/>
                </a:lnTo>
                <a:lnTo>
                  <a:pt x="8685147" y="3728512"/>
                </a:lnTo>
                <a:lnTo>
                  <a:pt x="8686799" y="3679697"/>
                </a:lnTo>
                <a:lnTo>
                  <a:pt x="8686799" y="751236"/>
                </a:lnTo>
                <a:lnTo>
                  <a:pt x="8685191" y="703716"/>
                </a:lnTo>
                <a:lnTo>
                  <a:pt x="8685147" y="702421"/>
                </a:lnTo>
                <a:lnTo>
                  <a:pt x="8680262" y="654487"/>
                </a:lnTo>
                <a:lnTo>
                  <a:pt x="8672250" y="607541"/>
                </a:lnTo>
                <a:lnTo>
                  <a:pt x="8661219" y="561688"/>
                </a:lnTo>
                <a:lnTo>
                  <a:pt x="8647274" y="517036"/>
                </a:lnTo>
                <a:lnTo>
                  <a:pt x="8630523" y="473690"/>
                </a:lnTo>
                <a:lnTo>
                  <a:pt x="8611071" y="431757"/>
                </a:lnTo>
                <a:lnTo>
                  <a:pt x="8589027" y="391343"/>
                </a:lnTo>
                <a:lnTo>
                  <a:pt x="8564495" y="352555"/>
                </a:lnTo>
                <a:lnTo>
                  <a:pt x="8537584" y="315499"/>
                </a:lnTo>
                <a:lnTo>
                  <a:pt x="8508399" y="280280"/>
                </a:lnTo>
                <a:lnTo>
                  <a:pt x="8477047" y="247007"/>
                </a:lnTo>
                <a:lnTo>
                  <a:pt x="8443634" y="215784"/>
                </a:lnTo>
                <a:lnTo>
                  <a:pt x="8408268" y="186718"/>
                </a:lnTo>
                <a:lnTo>
                  <a:pt x="8371056" y="159916"/>
                </a:lnTo>
                <a:lnTo>
                  <a:pt x="8332102" y="135484"/>
                </a:lnTo>
                <a:lnTo>
                  <a:pt x="8291515" y="113528"/>
                </a:lnTo>
                <a:lnTo>
                  <a:pt x="8249401" y="94154"/>
                </a:lnTo>
                <a:lnTo>
                  <a:pt x="8205866" y="77469"/>
                </a:lnTo>
                <a:lnTo>
                  <a:pt x="8161017" y="63580"/>
                </a:lnTo>
                <a:lnTo>
                  <a:pt x="8114961" y="52592"/>
                </a:lnTo>
                <a:lnTo>
                  <a:pt x="8067804" y="44611"/>
                </a:lnTo>
                <a:lnTo>
                  <a:pt x="8019653" y="39745"/>
                </a:lnTo>
                <a:lnTo>
                  <a:pt x="7970614" y="38100"/>
                </a:lnTo>
                <a:lnTo>
                  <a:pt x="754284" y="38100"/>
                </a:lnTo>
                <a:lnTo>
                  <a:pt x="754284" y="19050"/>
                </a:lnTo>
                <a:lnTo>
                  <a:pt x="7970614" y="19050"/>
                </a:lnTo>
                <a:lnTo>
                  <a:pt x="7970614" y="0"/>
                </a:lnTo>
                <a:lnTo>
                  <a:pt x="8018311" y="1477"/>
                </a:lnTo>
                <a:lnTo>
                  <a:pt x="8065220" y="5851"/>
                </a:lnTo>
                <a:lnTo>
                  <a:pt x="8111253" y="13033"/>
                </a:lnTo>
                <a:lnTo>
                  <a:pt x="8156322" y="22937"/>
                </a:lnTo>
                <a:lnTo>
                  <a:pt x="8200338" y="35472"/>
                </a:lnTo>
                <a:lnTo>
                  <a:pt x="8243212" y="50553"/>
                </a:lnTo>
                <a:lnTo>
                  <a:pt x="8284857" y="68091"/>
                </a:lnTo>
                <a:lnTo>
                  <a:pt x="8325184" y="87998"/>
                </a:lnTo>
                <a:lnTo>
                  <a:pt x="8364105" y="110186"/>
                </a:lnTo>
                <a:lnTo>
                  <a:pt x="8401531" y="134567"/>
                </a:lnTo>
                <a:lnTo>
                  <a:pt x="8437373" y="161053"/>
                </a:lnTo>
                <a:lnTo>
                  <a:pt x="8471544" y="189558"/>
                </a:lnTo>
                <a:lnTo>
                  <a:pt x="8503955" y="219991"/>
                </a:lnTo>
                <a:lnTo>
                  <a:pt x="8534517" y="252267"/>
                </a:lnTo>
                <a:lnTo>
                  <a:pt x="8563142" y="286296"/>
                </a:lnTo>
                <a:lnTo>
                  <a:pt x="8589742" y="321992"/>
                </a:lnTo>
                <a:lnTo>
                  <a:pt x="8614228" y="359265"/>
                </a:lnTo>
                <a:lnTo>
                  <a:pt x="8636513" y="398029"/>
                </a:lnTo>
                <a:lnTo>
                  <a:pt x="8656506" y="438194"/>
                </a:lnTo>
                <a:lnTo>
                  <a:pt x="8674121" y="479675"/>
                </a:lnTo>
                <a:lnTo>
                  <a:pt x="8689268" y="522381"/>
                </a:lnTo>
                <a:lnTo>
                  <a:pt x="8701859" y="566227"/>
                </a:lnTo>
                <a:lnTo>
                  <a:pt x="8711807" y="611123"/>
                </a:lnTo>
                <a:lnTo>
                  <a:pt x="8719021" y="656982"/>
                </a:lnTo>
                <a:lnTo>
                  <a:pt x="8723293" y="702421"/>
                </a:lnTo>
                <a:lnTo>
                  <a:pt x="8724899" y="751236"/>
                </a:lnTo>
                <a:lnTo>
                  <a:pt x="8724899" y="3679697"/>
                </a:lnTo>
                <a:lnTo>
                  <a:pt x="8723414" y="3727218"/>
                </a:lnTo>
                <a:lnTo>
                  <a:pt x="8719018" y="3773952"/>
                </a:lnTo>
                <a:lnTo>
                  <a:pt x="8711801" y="3819811"/>
                </a:lnTo>
                <a:lnTo>
                  <a:pt x="8701850" y="3864707"/>
                </a:lnTo>
                <a:lnTo>
                  <a:pt x="8689255" y="3908552"/>
                </a:lnTo>
                <a:lnTo>
                  <a:pt x="8674104" y="3951259"/>
                </a:lnTo>
                <a:lnTo>
                  <a:pt x="8656486" y="3992739"/>
                </a:lnTo>
                <a:lnTo>
                  <a:pt x="8636488" y="4032905"/>
                </a:lnTo>
                <a:lnTo>
                  <a:pt x="8614201" y="4071668"/>
                </a:lnTo>
                <a:lnTo>
                  <a:pt x="8589711" y="4108942"/>
                </a:lnTo>
                <a:lnTo>
                  <a:pt x="8563108" y="4144637"/>
                </a:lnTo>
                <a:lnTo>
                  <a:pt x="8534481" y="4178666"/>
                </a:lnTo>
                <a:lnTo>
                  <a:pt x="8503917" y="4210942"/>
                </a:lnTo>
                <a:lnTo>
                  <a:pt x="8471505" y="4241376"/>
                </a:lnTo>
                <a:lnTo>
                  <a:pt x="8437333" y="4269880"/>
                </a:lnTo>
                <a:lnTo>
                  <a:pt x="8401491" y="4296366"/>
                </a:lnTo>
                <a:lnTo>
                  <a:pt x="8364066" y="4320748"/>
                </a:lnTo>
                <a:lnTo>
                  <a:pt x="8325147" y="4342936"/>
                </a:lnTo>
                <a:lnTo>
                  <a:pt x="8284822" y="4362842"/>
                </a:lnTo>
                <a:lnTo>
                  <a:pt x="8243179" y="4380380"/>
                </a:lnTo>
                <a:lnTo>
                  <a:pt x="8207781" y="4392834"/>
                </a:lnTo>
                <a:close/>
              </a:path>
              <a:path w="8724900" h="4431030">
                <a:moveTo>
                  <a:pt x="7970614" y="4430934"/>
                </a:moveTo>
                <a:lnTo>
                  <a:pt x="754284" y="4430934"/>
                </a:lnTo>
                <a:lnTo>
                  <a:pt x="754284" y="4411884"/>
                </a:lnTo>
                <a:lnTo>
                  <a:pt x="7970614" y="4411884"/>
                </a:lnTo>
                <a:lnTo>
                  <a:pt x="7970614" y="4430934"/>
                </a:lnTo>
                <a:close/>
              </a:path>
              <a:path w="8724900" h="4431030">
                <a:moveTo>
                  <a:pt x="7970614" y="4430934"/>
                </a:moveTo>
                <a:lnTo>
                  <a:pt x="7970614" y="4411884"/>
                </a:lnTo>
                <a:lnTo>
                  <a:pt x="8138610" y="4411884"/>
                </a:lnTo>
                <a:lnTo>
                  <a:pt x="8111232" y="4417900"/>
                </a:lnTo>
                <a:lnTo>
                  <a:pt x="8065203" y="4425082"/>
                </a:lnTo>
                <a:lnTo>
                  <a:pt x="8018298" y="4429456"/>
                </a:lnTo>
                <a:lnTo>
                  <a:pt x="7970614" y="44309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900904" y="98615"/>
            <a:ext cx="7945755" cy="9474200"/>
          </a:xfrm>
          <a:custGeom>
            <a:avLst/>
            <a:gdLst/>
            <a:ahLst/>
            <a:cxnLst/>
            <a:rect l="l" t="t" r="r" b="b"/>
            <a:pathLst>
              <a:path w="7945755" h="9474200">
                <a:moveTo>
                  <a:pt x="1337596" y="38100"/>
                </a:moveTo>
                <a:lnTo>
                  <a:pt x="1056676" y="38100"/>
                </a:lnTo>
                <a:lnTo>
                  <a:pt x="1148352" y="12700"/>
                </a:lnTo>
                <a:lnTo>
                  <a:pt x="1194968" y="12700"/>
                </a:lnTo>
                <a:lnTo>
                  <a:pt x="1242067" y="0"/>
                </a:lnTo>
                <a:lnTo>
                  <a:pt x="6611398" y="0"/>
                </a:lnTo>
                <a:lnTo>
                  <a:pt x="6611398" y="25400"/>
                </a:lnTo>
                <a:lnTo>
                  <a:pt x="1337596" y="25400"/>
                </a:lnTo>
                <a:lnTo>
                  <a:pt x="1337596" y="38100"/>
                </a:lnTo>
                <a:close/>
              </a:path>
              <a:path w="7945755" h="9474200">
                <a:moveTo>
                  <a:pt x="6892318" y="38100"/>
                </a:moveTo>
                <a:lnTo>
                  <a:pt x="1337596" y="38100"/>
                </a:lnTo>
                <a:lnTo>
                  <a:pt x="1337596" y="25400"/>
                </a:lnTo>
                <a:lnTo>
                  <a:pt x="6611398" y="25400"/>
                </a:lnTo>
                <a:lnTo>
                  <a:pt x="6611398" y="0"/>
                </a:lnTo>
                <a:lnTo>
                  <a:pt x="6706927" y="0"/>
                </a:lnTo>
                <a:lnTo>
                  <a:pt x="6754025" y="12700"/>
                </a:lnTo>
                <a:lnTo>
                  <a:pt x="6800642" y="12700"/>
                </a:lnTo>
                <a:lnTo>
                  <a:pt x="6892318" y="38100"/>
                </a:lnTo>
                <a:close/>
              </a:path>
              <a:path w="7945755" h="9474200">
                <a:moveTo>
                  <a:pt x="6846749" y="9461500"/>
                </a:moveTo>
                <a:lnTo>
                  <a:pt x="1102245" y="9461500"/>
                </a:lnTo>
                <a:lnTo>
                  <a:pt x="923482" y="9410700"/>
                </a:lnTo>
                <a:lnTo>
                  <a:pt x="796150" y="9372600"/>
                </a:lnTo>
                <a:lnTo>
                  <a:pt x="755140" y="9347200"/>
                </a:lnTo>
                <a:lnTo>
                  <a:pt x="714896" y="9321800"/>
                </a:lnTo>
                <a:lnTo>
                  <a:pt x="675444" y="9309100"/>
                </a:lnTo>
                <a:lnTo>
                  <a:pt x="636813" y="9283700"/>
                </a:lnTo>
                <a:lnTo>
                  <a:pt x="599031" y="9258300"/>
                </a:lnTo>
                <a:lnTo>
                  <a:pt x="562127" y="9232900"/>
                </a:lnTo>
                <a:lnTo>
                  <a:pt x="526129" y="9207500"/>
                </a:lnTo>
                <a:lnTo>
                  <a:pt x="491066" y="9182100"/>
                </a:lnTo>
                <a:lnTo>
                  <a:pt x="456965" y="9144000"/>
                </a:lnTo>
                <a:lnTo>
                  <a:pt x="423854" y="9118600"/>
                </a:lnTo>
                <a:lnTo>
                  <a:pt x="391763" y="9093200"/>
                </a:lnTo>
                <a:lnTo>
                  <a:pt x="360719" y="9055100"/>
                </a:lnTo>
                <a:lnTo>
                  <a:pt x="330751" y="9017000"/>
                </a:lnTo>
                <a:lnTo>
                  <a:pt x="301887" y="8991600"/>
                </a:lnTo>
                <a:lnTo>
                  <a:pt x="274155" y="8953500"/>
                </a:lnTo>
                <a:lnTo>
                  <a:pt x="247583" y="8915400"/>
                </a:lnTo>
                <a:lnTo>
                  <a:pt x="222201" y="8877300"/>
                </a:lnTo>
                <a:lnTo>
                  <a:pt x="198035" y="8839200"/>
                </a:lnTo>
                <a:lnTo>
                  <a:pt x="175115" y="8801100"/>
                </a:lnTo>
                <a:lnTo>
                  <a:pt x="153469" y="8763000"/>
                </a:lnTo>
                <a:lnTo>
                  <a:pt x="133124" y="8724900"/>
                </a:lnTo>
                <a:lnTo>
                  <a:pt x="114110" y="8686800"/>
                </a:lnTo>
                <a:lnTo>
                  <a:pt x="96455" y="8636000"/>
                </a:lnTo>
                <a:lnTo>
                  <a:pt x="80186" y="8597900"/>
                </a:lnTo>
                <a:lnTo>
                  <a:pt x="65333" y="8559800"/>
                </a:lnTo>
                <a:lnTo>
                  <a:pt x="51922" y="8509000"/>
                </a:lnTo>
                <a:lnTo>
                  <a:pt x="39984" y="8470900"/>
                </a:lnTo>
                <a:lnTo>
                  <a:pt x="29546" y="8420100"/>
                </a:lnTo>
                <a:lnTo>
                  <a:pt x="20636" y="8382000"/>
                </a:lnTo>
                <a:lnTo>
                  <a:pt x="13282" y="8331200"/>
                </a:lnTo>
                <a:lnTo>
                  <a:pt x="7513" y="8280400"/>
                </a:lnTo>
                <a:lnTo>
                  <a:pt x="3358" y="8242300"/>
                </a:lnTo>
                <a:lnTo>
                  <a:pt x="844" y="8191500"/>
                </a:lnTo>
                <a:lnTo>
                  <a:pt x="0" y="8140700"/>
                </a:lnTo>
                <a:lnTo>
                  <a:pt x="0" y="1346200"/>
                </a:lnTo>
                <a:lnTo>
                  <a:pt x="844" y="1295400"/>
                </a:lnTo>
                <a:lnTo>
                  <a:pt x="3358" y="1244600"/>
                </a:lnTo>
                <a:lnTo>
                  <a:pt x="7513" y="1193800"/>
                </a:lnTo>
                <a:lnTo>
                  <a:pt x="13282" y="1155700"/>
                </a:lnTo>
                <a:lnTo>
                  <a:pt x="20636" y="1104900"/>
                </a:lnTo>
                <a:lnTo>
                  <a:pt x="29546" y="1054100"/>
                </a:lnTo>
                <a:lnTo>
                  <a:pt x="39984" y="1016000"/>
                </a:lnTo>
                <a:lnTo>
                  <a:pt x="51922" y="965200"/>
                </a:lnTo>
                <a:lnTo>
                  <a:pt x="65333" y="927100"/>
                </a:lnTo>
                <a:lnTo>
                  <a:pt x="80186" y="889000"/>
                </a:lnTo>
                <a:lnTo>
                  <a:pt x="96455" y="838200"/>
                </a:lnTo>
                <a:lnTo>
                  <a:pt x="114110" y="800100"/>
                </a:lnTo>
                <a:lnTo>
                  <a:pt x="133124" y="762000"/>
                </a:lnTo>
                <a:lnTo>
                  <a:pt x="153469" y="723900"/>
                </a:lnTo>
                <a:lnTo>
                  <a:pt x="175115" y="673100"/>
                </a:lnTo>
                <a:lnTo>
                  <a:pt x="198035" y="635000"/>
                </a:lnTo>
                <a:lnTo>
                  <a:pt x="222201" y="596900"/>
                </a:lnTo>
                <a:lnTo>
                  <a:pt x="247583" y="571500"/>
                </a:lnTo>
                <a:lnTo>
                  <a:pt x="274155" y="533400"/>
                </a:lnTo>
                <a:lnTo>
                  <a:pt x="301887" y="495300"/>
                </a:lnTo>
                <a:lnTo>
                  <a:pt x="330751" y="457200"/>
                </a:lnTo>
                <a:lnTo>
                  <a:pt x="360719" y="431800"/>
                </a:lnTo>
                <a:lnTo>
                  <a:pt x="391763" y="393700"/>
                </a:lnTo>
                <a:lnTo>
                  <a:pt x="423854" y="368300"/>
                </a:lnTo>
                <a:lnTo>
                  <a:pt x="456965" y="330200"/>
                </a:lnTo>
                <a:lnTo>
                  <a:pt x="491066" y="304800"/>
                </a:lnTo>
                <a:lnTo>
                  <a:pt x="526129" y="279400"/>
                </a:lnTo>
                <a:lnTo>
                  <a:pt x="562127" y="254000"/>
                </a:lnTo>
                <a:lnTo>
                  <a:pt x="599031" y="228600"/>
                </a:lnTo>
                <a:lnTo>
                  <a:pt x="636813" y="203200"/>
                </a:lnTo>
                <a:lnTo>
                  <a:pt x="675444" y="177800"/>
                </a:lnTo>
                <a:lnTo>
                  <a:pt x="714896" y="152400"/>
                </a:lnTo>
                <a:lnTo>
                  <a:pt x="755140" y="139700"/>
                </a:lnTo>
                <a:lnTo>
                  <a:pt x="796150" y="114300"/>
                </a:lnTo>
                <a:lnTo>
                  <a:pt x="880349" y="88900"/>
                </a:lnTo>
                <a:lnTo>
                  <a:pt x="923482" y="63500"/>
                </a:lnTo>
                <a:lnTo>
                  <a:pt x="1011674" y="38100"/>
                </a:lnTo>
                <a:lnTo>
                  <a:pt x="1288877" y="38100"/>
                </a:lnTo>
                <a:lnTo>
                  <a:pt x="1240611" y="50800"/>
                </a:lnTo>
                <a:lnTo>
                  <a:pt x="1145562" y="50800"/>
                </a:lnTo>
                <a:lnTo>
                  <a:pt x="1007169" y="88900"/>
                </a:lnTo>
                <a:lnTo>
                  <a:pt x="831766" y="139700"/>
                </a:lnTo>
                <a:lnTo>
                  <a:pt x="789753" y="165100"/>
                </a:lnTo>
                <a:lnTo>
                  <a:pt x="748539" y="177800"/>
                </a:lnTo>
                <a:lnTo>
                  <a:pt x="708154" y="203200"/>
                </a:lnTo>
                <a:lnTo>
                  <a:pt x="668630" y="228600"/>
                </a:lnTo>
                <a:lnTo>
                  <a:pt x="629999" y="254000"/>
                </a:lnTo>
                <a:lnTo>
                  <a:pt x="592291" y="279400"/>
                </a:lnTo>
                <a:lnTo>
                  <a:pt x="555538" y="304800"/>
                </a:lnTo>
                <a:lnTo>
                  <a:pt x="519772" y="330200"/>
                </a:lnTo>
                <a:lnTo>
                  <a:pt x="485024" y="355600"/>
                </a:lnTo>
                <a:lnTo>
                  <a:pt x="451325" y="393700"/>
                </a:lnTo>
                <a:lnTo>
                  <a:pt x="418707" y="419100"/>
                </a:lnTo>
                <a:lnTo>
                  <a:pt x="387201" y="457200"/>
                </a:lnTo>
                <a:lnTo>
                  <a:pt x="356838" y="482600"/>
                </a:lnTo>
                <a:lnTo>
                  <a:pt x="327651" y="520700"/>
                </a:lnTo>
                <a:lnTo>
                  <a:pt x="299670" y="558800"/>
                </a:lnTo>
                <a:lnTo>
                  <a:pt x="272926" y="596900"/>
                </a:lnTo>
                <a:lnTo>
                  <a:pt x="247452" y="635000"/>
                </a:lnTo>
                <a:lnTo>
                  <a:pt x="223279" y="673100"/>
                </a:lnTo>
                <a:lnTo>
                  <a:pt x="200437" y="711200"/>
                </a:lnTo>
                <a:lnTo>
                  <a:pt x="178959" y="749300"/>
                </a:lnTo>
                <a:lnTo>
                  <a:pt x="158875" y="787400"/>
                </a:lnTo>
                <a:lnTo>
                  <a:pt x="140218" y="838200"/>
                </a:lnTo>
                <a:lnTo>
                  <a:pt x="123018" y="876300"/>
                </a:lnTo>
                <a:lnTo>
                  <a:pt x="107308" y="927100"/>
                </a:lnTo>
                <a:lnTo>
                  <a:pt x="93118" y="965200"/>
                </a:lnTo>
                <a:lnTo>
                  <a:pt x="80479" y="1016000"/>
                </a:lnTo>
                <a:lnTo>
                  <a:pt x="69424" y="1054100"/>
                </a:lnTo>
                <a:lnTo>
                  <a:pt x="59984" y="1104900"/>
                </a:lnTo>
                <a:lnTo>
                  <a:pt x="52189" y="1155700"/>
                </a:lnTo>
                <a:lnTo>
                  <a:pt x="46072" y="1193800"/>
                </a:lnTo>
                <a:lnTo>
                  <a:pt x="41664" y="1244600"/>
                </a:lnTo>
                <a:lnTo>
                  <a:pt x="38996" y="1295400"/>
                </a:lnTo>
                <a:lnTo>
                  <a:pt x="38100" y="1346200"/>
                </a:lnTo>
                <a:lnTo>
                  <a:pt x="38100" y="8140700"/>
                </a:lnTo>
                <a:lnTo>
                  <a:pt x="38996" y="8191500"/>
                </a:lnTo>
                <a:lnTo>
                  <a:pt x="41664" y="8242300"/>
                </a:lnTo>
                <a:lnTo>
                  <a:pt x="46072" y="8293100"/>
                </a:lnTo>
                <a:lnTo>
                  <a:pt x="52189" y="8331200"/>
                </a:lnTo>
                <a:lnTo>
                  <a:pt x="59984" y="8382000"/>
                </a:lnTo>
                <a:lnTo>
                  <a:pt x="69424" y="8432800"/>
                </a:lnTo>
                <a:lnTo>
                  <a:pt x="80479" y="8470900"/>
                </a:lnTo>
                <a:lnTo>
                  <a:pt x="93118" y="8521700"/>
                </a:lnTo>
                <a:lnTo>
                  <a:pt x="107308" y="8559800"/>
                </a:lnTo>
                <a:lnTo>
                  <a:pt x="123018" y="8610600"/>
                </a:lnTo>
                <a:lnTo>
                  <a:pt x="140218" y="8648700"/>
                </a:lnTo>
                <a:lnTo>
                  <a:pt x="158875" y="8686800"/>
                </a:lnTo>
                <a:lnTo>
                  <a:pt x="178959" y="8737600"/>
                </a:lnTo>
                <a:lnTo>
                  <a:pt x="200437" y="8775700"/>
                </a:lnTo>
                <a:lnTo>
                  <a:pt x="223279" y="8813800"/>
                </a:lnTo>
                <a:lnTo>
                  <a:pt x="247452" y="8851900"/>
                </a:lnTo>
                <a:lnTo>
                  <a:pt x="272926" y="8890000"/>
                </a:lnTo>
                <a:lnTo>
                  <a:pt x="299670" y="8928100"/>
                </a:lnTo>
                <a:lnTo>
                  <a:pt x="327651" y="8966200"/>
                </a:lnTo>
                <a:lnTo>
                  <a:pt x="356838" y="8991600"/>
                </a:lnTo>
                <a:lnTo>
                  <a:pt x="387201" y="9029700"/>
                </a:lnTo>
                <a:lnTo>
                  <a:pt x="418707" y="9067800"/>
                </a:lnTo>
                <a:lnTo>
                  <a:pt x="451325" y="9093200"/>
                </a:lnTo>
                <a:lnTo>
                  <a:pt x="485024" y="9118600"/>
                </a:lnTo>
                <a:lnTo>
                  <a:pt x="519772" y="9156700"/>
                </a:lnTo>
                <a:lnTo>
                  <a:pt x="555538" y="9182100"/>
                </a:lnTo>
                <a:lnTo>
                  <a:pt x="592291" y="9207500"/>
                </a:lnTo>
                <a:lnTo>
                  <a:pt x="629999" y="9232900"/>
                </a:lnTo>
                <a:lnTo>
                  <a:pt x="668630" y="9258300"/>
                </a:lnTo>
                <a:lnTo>
                  <a:pt x="708154" y="9283700"/>
                </a:lnTo>
                <a:lnTo>
                  <a:pt x="748539" y="9296400"/>
                </a:lnTo>
                <a:lnTo>
                  <a:pt x="789753" y="9321800"/>
                </a:lnTo>
                <a:lnTo>
                  <a:pt x="831766" y="9334500"/>
                </a:lnTo>
                <a:lnTo>
                  <a:pt x="874545" y="9359900"/>
                </a:lnTo>
                <a:lnTo>
                  <a:pt x="918059" y="9372600"/>
                </a:lnTo>
                <a:lnTo>
                  <a:pt x="1098842" y="9423400"/>
                </a:lnTo>
                <a:lnTo>
                  <a:pt x="1145562" y="9423400"/>
                </a:lnTo>
                <a:lnTo>
                  <a:pt x="1192828" y="9436100"/>
                </a:lnTo>
                <a:lnTo>
                  <a:pt x="1288877" y="9436100"/>
                </a:lnTo>
                <a:lnTo>
                  <a:pt x="1337596" y="9448800"/>
                </a:lnTo>
                <a:lnTo>
                  <a:pt x="6892318" y="9448800"/>
                </a:lnTo>
                <a:lnTo>
                  <a:pt x="6846749" y="9461500"/>
                </a:lnTo>
                <a:close/>
              </a:path>
              <a:path w="7945755" h="9474200">
                <a:moveTo>
                  <a:pt x="6892318" y="9448800"/>
                </a:moveTo>
                <a:lnTo>
                  <a:pt x="6611398" y="9448800"/>
                </a:lnTo>
                <a:lnTo>
                  <a:pt x="6660111" y="9436100"/>
                </a:lnTo>
                <a:lnTo>
                  <a:pt x="6756148" y="9436100"/>
                </a:lnTo>
                <a:lnTo>
                  <a:pt x="6803410" y="9423400"/>
                </a:lnTo>
                <a:lnTo>
                  <a:pt x="6850126" y="9423400"/>
                </a:lnTo>
                <a:lnTo>
                  <a:pt x="7030897" y="9372600"/>
                </a:lnTo>
                <a:lnTo>
                  <a:pt x="7074410" y="9359900"/>
                </a:lnTo>
                <a:lnTo>
                  <a:pt x="7117187" y="9334500"/>
                </a:lnTo>
                <a:lnTo>
                  <a:pt x="7159199" y="9321800"/>
                </a:lnTo>
                <a:lnTo>
                  <a:pt x="7200412" y="9296400"/>
                </a:lnTo>
                <a:lnTo>
                  <a:pt x="7240797" y="9283700"/>
                </a:lnTo>
                <a:lnTo>
                  <a:pt x="7280321" y="9258300"/>
                </a:lnTo>
                <a:lnTo>
                  <a:pt x="7318952" y="9232900"/>
                </a:lnTo>
                <a:lnTo>
                  <a:pt x="7356661" y="9207500"/>
                </a:lnTo>
                <a:lnTo>
                  <a:pt x="7393414" y="9182100"/>
                </a:lnTo>
                <a:lnTo>
                  <a:pt x="7429181" y="9156700"/>
                </a:lnTo>
                <a:lnTo>
                  <a:pt x="7463931" y="9118600"/>
                </a:lnTo>
                <a:lnTo>
                  <a:pt x="7497631" y="9093200"/>
                </a:lnTo>
                <a:lnTo>
                  <a:pt x="7530251" y="9067800"/>
                </a:lnTo>
                <a:lnTo>
                  <a:pt x="7561758" y="9029700"/>
                </a:lnTo>
                <a:lnTo>
                  <a:pt x="7592123" y="8991600"/>
                </a:lnTo>
                <a:lnTo>
                  <a:pt x="7621312" y="8966200"/>
                </a:lnTo>
                <a:lnTo>
                  <a:pt x="7649295" y="8928100"/>
                </a:lnTo>
                <a:lnTo>
                  <a:pt x="7676041" y="8890000"/>
                </a:lnTo>
                <a:lnTo>
                  <a:pt x="7701517" y="8851900"/>
                </a:lnTo>
                <a:lnTo>
                  <a:pt x="7725693" y="8813800"/>
                </a:lnTo>
                <a:lnTo>
                  <a:pt x="7748537" y="8775700"/>
                </a:lnTo>
                <a:lnTo>
                  <a:pt x="7770017" y="8737600"/>
                </a:lnTo>
                <a:lnTo>
                  <a:pt x="7790102" y="8686800"/>
                </a:lnTo>
                <a:lnTo>
                  <a:pt x="7808762" y="8648700"/>
                </a:lnTo>
                <a:lnTo>
                  <a:pt x="7825963" y="8610600"/>
                </a:lnTo>
                <a:lnTo>
                  <a:pt x="7841676" y="8559800"/>
                </a:lnTo>
                <a:lnTo>
                  <a:pt x="7855868" y="8521700"/>
                </a:lnTo>
                <a:lnTo>
                  <a:pt x="7868508" y="8470900"/>
                </a:lnTo>
                <a:lnTo>
                  <a:pt x="7879564" y="8432800"/>
                </a:lnTo>
                <a:lnTo>
                  <a:pt x="7889006" y="8382000"/>
                </a:lnTo>
                <a:lnTo>
                  <a:pt x="7896802" y="8331200"/>
                </a:lnTo>
                <a:lnTo>
                  <a:pt x="7902920" y="8293100"/>
                </a:lnTo>
                <a:lnTo>
                  <a:pt x="7907329" y="8242300"/>
                </a:lnTo>
                <a:lnTo>
                  <a:pt x="7909997" y="8191500"/>
                </a:lnTo>
                <a:lnTo>
                  <a:pt x="7910894" y="8140700"/>
                </a:lnTo>
                <a:lnTo>
                  <a:pt x="7910894" y="1346200"/>
                </a:lnTo>
                <a:lnTo>
                  <a:pt x="7909997" y="1295400"/>
                </a:lnTo>
                <a:lnTo>
                  <a:pt x="7907329" y="1244600"/>
                </a:lnTo>
                <a:lnTo>
                  <a:pt x="7902920" y="1193800"/>
                </a:lnTo>
                <a:lnTo>
                  <a:pt x="7896802" y="1155700"/>
                </a:lnTo>
                <a:lnTo>
                  <a:pt x="7889006" y="1104900"/>
                </a:lnTo>
                <a:lnTo>
                  <a:pt x="7879564" y="1054100"/>
                </a:lnTo>
                <a:lnTo>
                  <a:pt x="7868508" y="1016000"/>
                </a:lnTo>
                <a:lnTo>
                  <a:pt x="7855868" y="965200"/>
                </a:lnTo>
                <a:lnTo>
                  <a:pt x="7841676" y="927100"/>
                </a:lnTo>
                <a:lnTo>
                  <a:pt x="7825963" y="876300"/>
                </a:lnTo>
                <a:lnTo>
                  <a:pt x="7808762" y="838200"/>
                </a:lnTo>
                <a:lnTo>
                  <a:pt x="7790102" y="787400"/>
                </a:lnTo>
                <a:lnTo>
                  <a:pt x="7770017" y="749300"/>
                </a:lnTo>
                <a:lnTo>
                  <a:pt x="7748537" y="711200"/>
                </a:lnTo>
                <a:lnTo>
                  <a:pt x="7725693" y="673100"/>
                </a:lnTo>
                <a:lnTo>
                  <a:pt x="7701517" y="635000"/>
                </a:lnTo>
                <a:lnTo>
                  <a:pt x="7676041" y="596900"/>
                </a:lnTo>
                <a:lnTo>
                  <a:pt x="7649295" y="558800"/>
                </a:lnTo>
                <a:lnTo>
                  <a:pt x="7621312" y="520700"/>
                </a:lnTo>
                <a:lnTo>
                  <a:pt x="7592123" y="482600"/>
                </a:lnTo>
                <a:lnTo>
                  <a:pt x="7561758" y="457200"/>
                </a:lnTo>
                <a:lnTo>
                  <a:pt x="7530251" y="419100"/>
                </a:lnTo>
                <a:lnTo>
                  <a:pt x="7497631" y="393700"/>
                </a:lnTo>
                <a:lnTo>
                  <a:pt x="7463931" y="355600"/>
                </a:lnTo>
                <a:lnTo>
                  <a:pt x="7429181" y="330200"/>
                </a:lnTo>
                <a:lnTo>
                  <a:pt x="7393414" y="304800"/>
                </a:lnTo>
                <a:lnTo>
                  <a:pt x="7356661" y="279400"/>
                </a:lnTo>
                <a:lnTo>
                  <a:pt x="7318952" y="254000"/>
                </a:lnTo>
                <a:lnTo>
                  <a:pt x="7280321" y="228600"/>
                </a:lnTo>
                <a:lnTo>
                  <a:pt x="7240797" y="203200"/>
                </a:lnTo>
                <a:lnTo>
                  <a:pt x="7200412" y="177800"/>
                </a:lnTo>
                <a:lnTo>
                  <a:pt x="7159199" y="165100"/>
                </a:lnTo>
                <a:lnTo>
                  <a:pt x="7117187" y="139700"/>
                </a:lnTo>
                <a:lnTo>
                  <a:pt x="6941793" y="88900"/>
                </a:lnTo>
                <a:lnTo>
                  <a:pt x="6803410" y="50800"/>
                </a:lnTo>
                <a:lnTo>
                  <a:pt x="6708371" y="50800"/>
                </a:lnTo>
                <a:lnTo>
                  <a:pt x="6660111" y="38100"/>
                </a:lnTo>
                <a:lnTo>
                  <a:pt x="6937320" y="38100"/>
                </a:lnTo>
                <a:lnTo>
                  <a:pt x="7025512" y="63500"/>
                </a:lnTo>
                <a:lnTo>
                  <a:pt x="7068645" y="88900"/>
                </a:lnTo>
                <a:lnTo>
                  <a:pt x="7152844" y="114300"/>
                </a:lnTo>
                <a:lnTo>
                  <a:pt x="7193853" y="139700"/>
                </a:lnTo>
                <a:lnTo>
                  <a:pt x="7234098" y="152400"/>
                </a:lnTo>
                <a:lnTo>
                  <a:pt x="7273550" y="177800"/>
                </a:lnTo>
                <a:lnTo>
                  <a:pt x="7312181" y="203200"/>
                </a:lnTo>
                <a:lnTo>
                  <a:pt x="7349962" y="228600"/>
                </a:lnTo>
                <a:lnTo>
                  <a:pt x="7386866" y="254000"/>
                </a:lnTo>
                <a:lnTo>
                  <a:pt x="7422864" y="279400"/>
                </a:lnTo>
                <a:lnTo>
                  <a:pt x="7457928" y="304800"/>
                </a:lnTo>
                <a:lnTo>
                  <a:pt x="7492029" y="330200"/>
                </a:lnTo>
                <a:lnTo>
                  <a:pt x="7525139" y="368300"/>
                </a:lnTo>
                <a:lnTo>
                  <a:pt x="7557230" y="393700"/>
                </a:lnTo>
                <a:lnTo>
                  <a:pt x="7588274" y="431800"/>
                </a:lnTo>
                <a:lnTo>
                  <a:pt x="7618242" y="457200"/>
                </a:lnTo>
                <a:lnTo>
                  <a:pt x="7647107" y="495300"/>
                </a:lnTo>
                <a:lnTo>
                  <a:pt x="7674839" y="533400"/>
                </a:lnTo>
                <a:lnTo>
                  <a:pt x="7701410" y="571500"/>
                </a:lnTo>
                <a:lnTo>
                  <a:pt x="7726793" y="596900"/>
                </a:lnTo>
                <a:lnTo>
                  <a:pt x="7750958" y="635000"/>
                </a:lnTo>
                <a:lnTo>
                  <a:pt x="7773878" y="673100"/>
                </a:lnTo>
                <a:lnTo>
                  <a:pt x="7795524" y="723900"/>
                </a:lnTo>
                <a:lnTo>
                  <a:pt x="7815869" y="762000"/>
                </a:lnTo>
                <a:lnTo>
                  <a:pt x="7834883" y="800100"/>
                </a:lnTo>
                <a:lnTo>
                  <a:pt x="7852538" y="838200"/>
                </a:lnTo>
                <a:lnTo>
                  <a:pt x="7868807" y="889000"/>
                </a:lnTo>
                <a:lnTo>
                  <a:pt x="7883661" y="927100"/>
                </a:lnTo>
                <a:lnTo>
                  <a:pt x="7897071" y="965200"/>
                </a:lnTo>
                <a:lnTo>
                  <a:pt x="7909009" y="1016000"/>
                </a:lnTo>
                <a:lnTo>
                  <a:pt x="7919447" y="1054100"/>
                </a:lnTo>
                <a:lnTo>
                  <a:pt x="7928358" y="1104900"/>
                </a:lnTo>
                <a:lnTo>
                  <a:pt x="7935711" y="1155700"/>
                </a:lnTo>
                <a:lnTo>
                  <a:pt x="7941480" y="1193800"/>
                </a:lnTo>
                <a:lnTo>
                  <a:pt x="7945565" y="1244600"/>
                </a:lnTo>
                <a:lnTo>
                  <a:pt x="7945565" y="8242300"/>
                </a:lnTo>
                <a:lnTo>
                  <a:pt x="7941480" y="8280400"/>
                </a:lnTo>
                <a:lnTo>
                  <a:pt x="7935711" y="8331200"/>
                </a:lnTo>
                <a:lnTo>
                  <a:pt x="7928358" y="8382000"/>
                </a:lnTo>
                <a:lnTo>
                  <a:pt x="7919447" y="8420100"/>
                </a:lnTo>
                <a:lnTo>
                  <a:pt x="7909009" y="8470900"/>
                </a:lnTo>
                <a:lnTo>
                  <a:pt x="7897071" y="8509000"/>
                </a:lnTo>
                <a:lnTo>
                  <a:pt x="7883661" y="8559800"/>
                </a:lnTo>
                <a:lnTo>
                  <a:pt x="7868807" y="8597900"/>
                </a:lnTo>
                <a:lnTo>
                  <a:pt x="7852538" y="8636000"/>
                </a:lnTo>
                <a:lnTo>
                  <a:pt x="7834883" y="8686800"/>
                </a:lnTo>
                <a:lnTo>
                  <a:pt x="7815869" y="8724900"/>
                </a:lnTo>
                <a:lnTo>
                  <a:pt x="7795524" y="8763000"/>
                </a:lnTo>
                <a:lnTo>
                  <a:pt x="7773878" y="8801100"/>
                </a:lnTo>
                <a:lnTo>
                  <a:pt x="7750958" y="8839200"/>
                </a:lnTo>
                <a:lnTo>
                  <a:pt x="7726793" y="8877300"/>
                </a:lnTo>
                <a:lnTo>
                  <a:pt x="7701410" y="8915400"/>
                </a:lnTo>
                <a:lnTo>
                  <a:pt x="7674839" y="8953500"/>
                </a:lnTo>
                <a:lnTo>
                  <a:pt x="7647107" y="8991600"/>
                </a:lnTo>
                <a:lnTo>
                  <a:pt x="7618242" y="9017000"/>
                </a:lnTo>
                <a:lnTo>
                  <a:pt x="7588274" y="9055100"/>
                </a:lnTo>
                <a:lnTo>
                  <a:pt x="7557230" y="9093200"/>
                </a:lnTo>
                <a:lnTo>
                  <a:pt x="7525139" y="9118600"/>
                </a:lnTo>
                <a:lnTo>
                  <a:pt x="7492029" y="9144000"/>
                </a:lnTo>
                <a:lnTo>
                  <a:pt x="7457928" y="9182100"/>
                </a:lnTo>
                <a:lnTo>
                  <a:pt x="7422864" y="9207500"/>
                </a:lnTo>
                <a:lnTo>
                  <a:pt x="7386866" y="9232900"/>
                </a:lnTo>
                <a:lnTo>
                  <a:pt x="7349962" y="9258300"/>
                </a:lnTo>
                <a:lnTo>
                  <a:pt x="7312181" y="9283700"/>
                </a:lnTo>
                <a:lnTo>
                  <a:pt x="7273550" y="9309100"/>
                </a:lnTo>
                <a:lnTo>
                  <a:pt x="7234098" y="9321800"/>
                </a:lnTo>
                <a:lnTo>
                  <a:pt x="7193853" y="9347200"/>
                </a:lnTo>
                <a:lnTo>
                  <a:pt x="7152844" y="9372600"/>
                </a:lnTo>
                <a:lnTo>
                  <a:pt x="7068645" y="9398000"/>
                </a:lnTo>
                <a:lnTo>
                  <a:pt x="6892318" y="9448800"/>
                </a:lnTo>
                <a:close/>
              </a:path>
              <a:path w="7945755" h="9474200">
                <a:moveTo>
                  <a:pt x="1337596" y="9474200"/>
                </a:moveTo>
                <a:lnTo>
                  <a:pt x="1194968" y="9474200"/>
                </a:lnTo>
                <a:lnTo>
                  <a:pt x="1148352" y="9461500"/>
                </a:lnTo>
                <a:lnTo>
                  <a:pt x="1337596" y="9461500"/>
                </a:lnTo>
                <a:lnTo>
                  <a:pt x="1337596" y="9474200"/>
                </a:lnTo>
                <a:close/>
              </a:path>
              <a:path w="7945755" h="9474200">
                <a:moveTo>
                  <a:pt x="6611398" y="9474200"/>
                </a:moveTo>
                <a:lnTo>
                  <a:pt x="1337596" y="9474200"/>
                </a:lnTo>
                <a:lnTo>
                  <a:pt x="1337596" y="9461500"/>
                </a:lnTo>
                <a:lnTo>
                  <a:pt x="6611398" y="9461500"/>
                </a:lnTo>
                <a:lnTo>
                  <a:pt x="6611398" y="9474200"/>
                </a:lnTo>
                <a:close/>
              </a:path>
              <a:path w="7945755" h="9474200">
                <a:moveTo>
                  <a:pt x="6754025" y="9474200"/>
                </a:moveTo>
                <a:lnTo>
                  <a:pt x="6611398" y="9474200"/>
                </a:lnTo>
                <a:lnTo>
                  <a:pt x="6611398" y="9461500"/>
                </a:lnTo>
                <a:lnTo>
                  <a:pt x="6800642" y="9461500"/>
                </a:lnTo>
                <a:lnTo>
                  <a:pt x="6754025" y="9474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1360" y="2717168"/>
            <a:ext cx="85725" cy="8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1360" y="3536317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1360" y="4355467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5473" y="6302597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5473" y="7121747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5473" y="7940896"/>
            <a:ext cx="104775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1010" y="975861"/>
            <a:ext cx="15607665" cy="760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Design</a:t>
            </a:r>
            <a:r>
              <a:rPr sz="2700" b="1" spc="-40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BF0000"/>
                </a:solidFill>
                <a:latin typeface="Cambria"/>
                <a:cs typeface="Cambria"/>
              </a:rPr>
              <a:t>Contribution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and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User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BF0000"/>
                </a:solidFill>
                <a:latin typeface="Cambria"/>
                <a:cs typeface="Cambria"/>
              </a:rPr>
              <a:t>Feedback</a:t>
            </a:r>
            <a:endParaRPr sz="2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</a:pP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Design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Excellence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/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03495C"/>
                </a:solidFill>
                <a:latin typeface="Cambria"/>
                <a:cs typeface="Cambria"/>
              </a:rPr>
              <a:t>Contribution</a:t>
            </a:r>
            <a:endParaRPr sz="2700" dirty="0">
              <a:latin typeface="Cambria"/>
              <a:cs typeface="Cambria"/>
            </a:endParaRPr>
          </a:p>
          <a:p>
            <a:pPr marL="501015" marR="5080">
              <a:lnSpc>
                <a:spcPts val="3229"/>
              </a:lnSpc>
              <a:spcBef>
                <a:spcPts val="2675"/>
              </a:spcBef>
            </a:pPr>
            <a:r>
              <a:rPr sz="2700" dirty="0">
                <a:latin typeface="Calibri"/>
                <a:cs typeface="Calibri"/>
              </a:rPr>
              <a:t>Integration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Weather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API–based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detection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7-day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forecasting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system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tailored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 err="1">
                <a:latin typeface="Calibri"/>
                <a:cs typeface="Calibri"/>
              </a:rPr>
              <a:t>anthurium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farming conditions.</a:t>
            </a:r>
            <a:endParaRPr sz="2700" dirty="0">
              <a:latin typeface="Calibri"/>
              <a:cs typeface="Calibri"/>
            </a:endParaRPr>
          </a:p>
          <a:p>
            <a:pPr marL="501015">
              <a:lnSpc>
                <a:spcPts val="3105"/>
              </a:lnSpc>
            </a:pPr>
            <a:r>
              <a:rPr sz="2700" dirty="0">
                <a:latin typeface="Calibri"/>
                <a:cs typeface="Calibri"/>
              </a:rPr>
              <a:t>Development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weather-</a:t>
            </a:r>
            <a:r>
              <a:rPr sz="2700" b="1" dirty="0">
                <a:latin typeface="Calibri"/>
                <a:cs typeface="Calibri"/>
              </a:rPr>
              <a:t>driven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watering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time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water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level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scheduling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module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aligned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daily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</a:t>
            </a:r>
            <a:endParaRPr sz="2700" dirty="0">
              <a:latin typeface="Calibri"/>
              <a:cs typeface="Calibri"/>
            </a:endParaRPr>
          </a:p>
          <a:p>
            <a:pPr marL="501015">
              <a:lnSpc>
                <a:spcPts val="3225"/>
              </a:lnSpc>
            </a:pPr>
            <a:r>
              <a:rPr sz="2700" dirty="0">
                <a:latin typeface="Calibri"/>
                <a:cs typeface="Calibri"/>
              </a:rPr>
              <a:t>forecasted </a:t>
            </a:r>
            <a:r>
              <a:rPr sz="2700" spc="-10" dirty="0">
                <a:latin typeface="Calibri"/>
                <a:cs typeface="Calibri"/>
              </a:rPr>
              <a:t>conditions.</a:t>
            </a:r>
            <a:endParaRPr sz="2700" dirty="0">
              <a:latin typeface="Calibri"/>
              <a:cs typeface="Calibri"/>
            </a:endParaRPr>
          </a:p>
          <a:p>
            <a:pPr marL="501015" marR="706755">
              <a:lnSpc>
                <a:spcPts val="3229"/>
              </a:lnSpc>
              <a:spcBef>
                <a:spcPts val="110"/>
              </a:spcBef>
            </a:pPr>
            <a:r>
              <a:rPr sz="2700" dirty="0">
                <a:latin typeface="Calibri"/>
                <a:cs typeface="Calibri"/>
              </a:rPr>
              <a:t>Use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agricultural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research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and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expert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knowledge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design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watering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rules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absence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labeled </a:t>
            </a:r>
            <a:r>
              <a:rPr sz="2700" dirty="0">
                <a:latin typeface="Calibri"/>
                <a:cs typeface="Calibri"/>
              </a:rPr>
              <a:t>irrigation </a:t>
            </a:r>
            <a:r>
              <a:rPr sz="2700" spc="-10" dirty="0">
                <a:latin typeface="Calibri"/>
                <a:cs typeface="Calibri"/>
              </a:rPr>
              <a:t>dataset.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80"/>
              </a:spcBef>
            </a:pP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User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Feedback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on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03495C"/>
                </a:solidFill>
                <a:latin typeface="Cambria"/>
                <a:cs typeface="Cambria"/>
              </a:rPr>
              <a:t>Prototype</a:t>
            </a:r>
            <a:endParaRPr sz="2700" dirty="0">
              <a:latin typeface="Cambria"/>
              <a:cs typeface="Cambria"/>
            </a:endParaRPr>
          </a:p>
          <a:p>
            <a:pPr marL="453390" marR="3775710">
              <a:lnSpc>
                <a:spcPts val="3229"/>
              </a:lnSpc>
              <a:spcBef>
                <a:spcPts val="2700"/>
              </a:spcBef>
            </a:pPr>
            <a:r>
              <a:rPr sz="2700" dirty="0">
                <a:latin typeface="Cambria"/>
                <a:cs typeface="Cambria"/>
              </a:rPr>
              <a:t>Weather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forecasts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daily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condition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indicators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are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easy</a:t>
            </a:r>
            <a:r>
              <a:rPr sz="2700" b="1" spc="-45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to</a:t>
            </a:r>
            <a:r>
              <a:rPr sz="2700" b="1" spc="-45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understand</a:t>
            </a:r>
            <a:r>
              <a:rPr sz="2700" b="1" spc="-4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and </a:t>
            </a:r>
            <a:r>
              <a:rPr sz="2700" dirty="0">
                <a:latin typeface="Cambria"/>
                <a:cs typeface="Cambria"/>
              </a:rPr>
              <a:t>help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farmers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plan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activities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in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advance.</a:t>
            </a:r>
            <a:endParaRPr sz="2700" dirty="0">
              <a:latin typeface="Cambria"/>
              <a:cs typeface="Cambria"/>
            </a:endParaRPr>
          </a:p>
          <a:p>
            <a:pPr marL="453390">
              <a:lnSpc>
                <a:spcPts val="3105"/>
              </a:lnSpc>
            </a:pPr>
            <a:r>
              <a:rPr sz="2700" spc="-20" dirty="0">
                <a:latin typeface="Cambria"/>
                <a:cs typeface="Cambria"/>
              </a:rPr>
              <a:t>7-</a:t>
            </a:r>
            <a:r>
              <a:rPr sz="2700" dirty="0">
                <a:latin typeface="Cambria"/>
                <a:cs typeface="Cambria"/>
              </a:rPr>
              <a:t>day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weather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visualization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improves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confidence</a:t>
            </a:r>
            <a:r>
              <a:rPr sz="2700" b="1" spc="-3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in</a:t>
            </a:r>
            <a:r>
              <a:rPr sz="2700" b="1" spc="-3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watering</a:t>
            </a:r>
            <a:r>
              <a:rPr sz="2700" b="1" spc="-30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and</a:t>
            </a:r>
            <a:r>
              <a:rPr sz="2700" b="1" spc="-35" dirty="0">
                <a:latin typeface="Cambria"/>
                <a:cs typeface="Cambria"/>
              </a:rPr>
              <a:t> </a:t>
            </a:r>
            <a:r>
              <a:rPr sz="2700" b="1" spc="-20" dirty="0">
                <a:latin typeface="Cambria"/>
                <a:cs typeface="Cambria"/>
              </a:rPr>
              <a:t>farm</a:t>
            </a:r>
            <a:endParaRPr sz="2700" dirty="0">
              <a:latin typeface="Cambria"/>
              <a:cs typeface="Cambria"/>
            </a:endParaRPr>
          </a:p>
          <a:p>
            <a:pPr marL="453390">
              <a:lnSpc>
                <a:spcPts val="3225"/>
              </a:lnSpc>
            </a:pPr>
            <a:r>
              <a:rPr sz="2700" b="1" spc="-10" dirty="0">
                <a:latin typeface="Cambria"/>
                <a:cs typeface="Cambria"/>
              </a:rPr>
              <a:t>management</a:t>
            </a:r>
            <a:r>
              <a:rPr sz="2700" b="1" spc="-70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decisions</a:t>
            </a:r>
            <a:r>
              <a:rPr sz="2700" spc="-10" dirty="0">
                <a:latin typeface="Cambria"/>
                <a:cs typeface="Cambria"/>
              </a:rPr>
              <a:t>.</a:t>
            </a:r>
            <a:endParaRPr sz="2700" dirty="0">
              <a:latin typeface="Cambria"/>
              <a:cs typeface="Cambria"/>
            </a:endParaRPr>
          </a:p>
          <a:p>
            <a:pPr marL="453390" marR="3409315">
              <a:lnSpc>
                <a:spcPts val="3229"/>
              </a:lnSpc>
              <a:spcBef>
                <a:spcPts val="100"/>
              </a:spcBef>
            </a:pPr>
            <a:r>
              <a:rPr sz="2700" dirty="0">
                <a:latin typeface="Cambria"/>
                <a:cs typeface="Cambria"/>
              </a:rPr>
              <a:t>Watering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time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and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quantity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recommendations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reduce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overwatering</a:t>
            </a:r>
            <a:r>
              <a:rPr sz="2700" b="1" spc="-25" dirty="0">
                <a:latin typeface="Cambria"/>
                <a:cs typeface="Cambria"/>
              </a:rPr>
              <a:t> </a:t>
            </a:r>
            <a:r>
              <a:rPr sz="2700" b="1" dirty="0">
                <a:latin typeface="Cambria"/>
                <a:cs typeface="Cambria"/>
              </a:rPr>
              <a:t>and</a:t>
            </a:r>
            <a:r>
              <a:rPr sz="2700" b="1" spc="-25" dirty="0">
                <a:latin typeface="Cambria"/>
                <a:cs typeface="Cambria"/>
              </a:rPr>
              <a:t> </a:t>
            </a:r>
            <a:r>
              <a:rPr sz="2700" b="1" spc="-10" dirty="0">
                <a:latin typeface="Cambria"/>
                <a:cs typeface="Cambria"/>
              </a:rPr>
              <a:t>water </a:t>
            </a:r>
            <a:r>
              <a:rPr sz="2700" b="1" dirty="0">
                <a:latin typeface="Cambria"/>
                <a:cs typeface="Cambria"/>
              </a:rPr>
              <a:t>wastage</a:t>
            </a:r>
            <a:r>
              <a:rPr sz="2700" dirty="0">
                <a:latin typeface="Cambria"/>
                <a:cs typeface="Cambria"/>
              </a:rPr>
              <a:t>,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especially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during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rainy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or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high-</a:t>
            </a:r>
            <a:r>
              <a:rPr sz="2700" dirty="0">
                <a:latin typeface="Cambria"/>
                <a:cs typeface="Cambria"/>
              </a:rPr>
              <a:t>humidity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days.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72960" y="9743013"/>
            <a:ext cx="389636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dirty="0">
                <a:latin typeface="Cambria"/>
                <a:cs typeface="Cambria"/>
              </a:rPr>
              <a:t>IT22109958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|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Soysa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H.R.T.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40014" y="9791315"/>
            <a:ext cx="44577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5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133"/>
            <a:ext cx="18288000" cy="10288270"/>
            <a:chOff x="0" y="-1133"/>
            <a:chExt cx="1828800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-1133"/>
              <a:ext cx="4276629" cy="102881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274319" y="0"/>
                  </a:lnTo>
                  <a:lnTo>
                    <a:pt x="274319" y="10286999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078745" y="5405119"/>
            <a:ext cx="656272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ts val="4260"/>
              </a:lnSpc>
              <a:spcBef>
                <a:spcPts val="100"/>
              </a:spcBef>
              <a:tabLst>
                <a:tab pos="3001010" algn="l"/>
              </a:tabLst>
            </a:pPr>
            <a:r>
              <a:rPr sz="3600" spc="-10" dirty="0">
                <a:latin typeface="Tahoma"/>
                <a:cs typeface="Tahoma"/>
              </a:rPr>
              <a:t>IT22117564|</a:t>
            </a:r>
            <a:r>
              <a:rPr sz="3600" dirty="0">
                <a:latin typeface="Tahoma"/>
                <a:cs typeface="Tahoma"/>
              </a:rPr>
              <a:t>	Peiris</a:t>
            </a:r>
            <a:r>
              <a:rPr sz="3600" spc="-75" dirty="0">
                <a:latin typeface="Tahoma"/>
                <a:cs typeface="Tahoma"/>
              </a:rPr>
              <a:t> </a:t>
            </a:r>
            <a:r>
              <a:rPr sz="3600" spc="75" dirty="0">
                <a:latin typeface="Tahoma"/>
                <a:cs typeface="Tahoma"/>
              </a:rPr>
              <a:t>W.V.D</a:t>
            </a:r>
            <a:endParaRPr sz="3600" dirty="0">
              <a:latin typeface="Tahoma"/>
              <a:cs typeface="Tahoma"/>
            </a:endParaRPr>
          </a:p>
          <a:p>
            <a:pPr marL="12700">
              <a:lnSpc>
                <a:spcPts val="3180"/>
              </a:lnSpc>
            </a:pPr>
            <a:r>
              <a:rPr sz="2700" spc="140" dirty="0">
                <a:latin typeface="Tahoma"/>
                <a:cs typeface="Tahoma"/>
              </a:rPr>
              <a:t>Specialization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-215" dirty="0">
                <a:latin typeface="Tahoma"/>
                <a:cs typeface="Tahoma"/>
              </a:rPr>
              <a:t>: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00" dirty="0">
                <a:latin typeface="Tahoma"/>
                <a:cs typeface="Tahoma"/>
              </a:rPr>
              <a:t>Information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40" dirty="0">
                <a:latin typeface="Tahoma"/>
                <a:cs typeface="Tahoma"/>
              </a:rPr>
              <a:t>Technology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988680" y="1976119"/>
            <a:ext cx="4672330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730"/>
              </a:lnSpc>
              <a:spcBef>
                <a:spcPts val="100"/>
              </a:spcBef>
            </a:pPr>
            <a:r>
              <a:rPr sz="4800" b="0" spc="-340" dirty="0">
                <a:solidFill>
                  <a:srgbClr val="000000"/>
                </a:solidFill>
                <a:latin typeface="Arial Black"/>
                <a:cs typeface="Arial Black"/>
              </a:rPr>
              <a:t>Market</a:t>
            </a:r>
            <a:r>
              <a:rPr sz="4800" b="0" spc="-235" dirty="0">
                <a:solidFill>
                  <a:srgbClr val="000000"/>
                </a:solidFill>
                <a:latin typeface="Arial Black"/>
                <a:cs typeface="Arial Black"/>
              </a:rPr>
              <a:t> </a:t>
            </a:r>
            <a:r>
              <a:rPr sz="4800" b="0" spc="-450" dirty="0">
                <a:solidFill>
                  <a:srgbClr val="000000"/>
                </a:solidFill>
                <a:latin typeface="Arial Black"/>
                <a:cs typeface="Arial Black"/>
              </a:rPr>
              <a:t>Analysis</a:t>
            </a:r>
            <a:endParaRPr sz="4800" dirty="0">
              <a:latin typeface="Arial Black"/>
              <a:cs typeface="Arial Black"/>
            </a:endParaRPr>
          </a:p>
          <a:p>
            <a:pPr marL="196850" algn="ctr">
              <a:lnSpc>
                <a:spcPts val="5730"/>
              </a:lnSpc>
            </a:pPr>
            <a:r>
              <a:rPr sz="4800" b="0" spc="-1160" dirty="0">
                <a:solidFill>
                  <a:srgbClr val="000000"/>
                </a:solidFill>
                <a:latin typeface="Arial Black"/>
                <a:cs typeface="Arial Black"/>
              </a:rPr>
              <a:t>&amp;</a:t>
            </a:r>
            <a:endParaRPr sz="4800" dirty="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3739" y="3423919"/>
            <a:ext cx="7038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25" dirty="0">
                <a:latin typeface="Arial Black"/>
                <a:cs typeface="Arial Black"/>
              </a:rPr>
              <a:t>Price</a:t>
            </a:r>
            <a:r>
              <a:rPr sz="4800" spc="-245" dirty="0">
                <a:latin typeface="Arial Black"/>
                <a:cs typeface="Arial Black"/>
              </a:rPr>
              <a:t> </a:t>
            </a:r>
            <a:r>
              <a:rPr sz="4800" spc="-370" dirty="0">
                <a:latin typeface="Arial Black"/>
                <a:cs typeface="Arial Black"/>
              </a:rPr>
              <a:t>Prediction</a:t>
            </a:r>
            <a:r>
              <a:rPr sz="4800" spc="-245" dirty="0">
                <a:latin typeface="Arial Black"/>
                <a:cs typeface="Arial Black"/>
              </a:rPr>
              <a:t> </a:t>
            </a:r>
            <a:r>
              <a:rPr sz="4800" spc="-180" dirty="0">
                <a:latin typeface="Arial Black"/>
                <a:cs typeface="Arial Black"/>
              </a:rPr>
              <a:t>Module</a:t>
            </a:r>
            <a:endParaRPr sz="4800" dirty="0">
              <a:latin typeface="Arial Black"/>
              <a:cs typeface="Arial Black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23256" y="251098"/>
            <a:ext cx="3333749" cy="28765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765039" y="9582860"/>
            <a:ext cx="4104640" cy="5156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IT22117564</a:t>
            </a:r>
            <a:r>
              <a:rPr sz="2700" spc="-65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65" dirty="0">
                <a:latin typeface="Tahoma"/>
                <a:cs typeface="Tahoma"/>
              </a:rPr>
              <a:t> </a:t>
            </a:r>
            <a:r>
              <a:rPr sz="2700" dirty="0">
                <a:latin typeface="Tahoma"/>
                <a:cs typeface="Tahoma"/>
              </a:rPr>
              <a:t>Peiris</a:t>
            </a:r>
            <a:r>
              <a:rPr sz="2700" spc="-65" dirty="0">
                <a:latin typeface="Tahoma"/>
                <a:cs typeface="Tahoma"/>
              </a:rPr>
              <a:t> </a:t>
            </a:r>
            <a:r>
              <a:rPr sz="2700" spc="45" dirty="0">
                <a:latin typeface="Tahoma"/>
                <a:cs typeface="Tahoma"/>
              </a:rPr>
              <a:t>W.V.D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40014" y="9741928"/>
            <a:ext cx="444500" cy="4706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235" dirty="0" smtClean="0">
                <a:latin typeface="Tahoma"/>
                <a:cs typeface="Tahoma"/>
              </a:rPr>
              <a:t>‹</a:t>
            </a:r>
            <a:r>
              <a:rPr lang="en-US" sz="2700" spc="-235" dirty="0" smtClean="0">
                <a:latin typeface="Tahoma"/>
                <a:cs typeface="Tahoma"/>
              </a:rPr>
              <a:t>6</a:t>
            </a:r>
            <a:r>
              <a:rPr sz="2700" spc="-235" dirty="0" smtClean="0">
                <a:latin typeface="Tahoma"/>
                <a:cs typeface="Tahoma"/>
              </a:rPr>
              <a:t>›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b="0" spc="-65" dirty="0">
                <a:latin typeface="Arial Black"/>
                <a:cs typeface="Arial Black"/>
              </a:rPr>
              <a:t>1/8/2026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0014" y="9774237"/>
            <a:ext cx="4457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7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09239" y="9819375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mbria"/>
                <a:cs typeface="Cambria"/>
              </a:rPr>
              <a:t>1/8/2026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4744" y="474922"/>
            <a:ext cx="17767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0000"/>
                </a:solidFill>
              </a:rPr>
              <a:t>PROBLEM</a:t>
            </a:r>
            <a:endParaRPr sz="30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944" y="1116272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944" y="1840172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944" y="2926022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944" y="3649922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6508" y="1626869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5083" y="3560444"/>
            <a:ext cx="76200" cy="76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5083" y="5541644"/>
            <a:ext cx="76200" cy="761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273308" y="1042669"/>
            <a:ext cx="6809740" cy="597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95"/>
              </a:lnSpc>
              <a:spcBef>
                <a:spcPts val="100"/>
              </a:spcBef>
            </a:pP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SOLUTION</a:t>
            </a:r>
            <a:endParaRPr sz="2700" dirty="0">
              <a:latin typeface="Cambria"/>
              <a:cs typeface="Cambria"/>
            </a:endParaRPr>
          </a:p>
          <a:p>
            <a:pPr marL="392430" indent="53975">
              <a:lnSpc>
                <a:spcPts val="2835"/>
              </a:lnSpc>
            </a:pPr>
            <a:r>
              <a:rPr sz="2400" b="1" spc="-20" dirty="0">
                <a:solidFill>
                  <a:srgbClr val="115864"/>
                </a:solidFill>
                <a:latin typeface="Cambria"/>
                <a:cs typeface="Cambria"/>
              </a:rPr>
              <a:t>Fusion-</a:t>
            </a:r>
            <a:r>
              <a:rPr sz="2400" b="1" dirty="0">
                <a:solidFill>
                  <a:srgbClr val="115864"/>
                </a:solidFill>
                <a:latin typeface="Cambria"/>
                <a:cs typeface="Cambria"/>
              </a:rPr>
              <a:t>Based</a:t>
            </a:r>
            <a:r>
              <a:rPr sz="2400" b="1" spc="-25" dirty="0">
                <a:solidFill>
                  <a:srgbClr val="115864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mbria"/>
                <a:cs typeface="Cambria"/>
              </a:rPr>
              <a:t>Price</a:t>
            </a:r>
            <a:r>
              <a:rPr sz="2400" b="1" spc="-20" dirty="0">
                <a:solidFill>
                  <a:srgbClr val="115864"/>
                </a:solidFill>
                <a:latin typeface="Cambria"/>
                <a:cs typeface="Cambria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mbria"/>
                <a:cs typeface="Cambria"/>
              </a:rPr>
              <a:t>Prediction</a:t>
            </a:r>
            <a:r>
              <a:rPr sz="2400" b="1" spc="-25" dirty="0">
                <a:solidFill>
                  <a:srgbClr val="115864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115864"/>
                </a:solidFill>
                <a:latin typeface="Cambria"/>
                <a:cs typeface="Cambria"/>
              </a:rPr>
              <a:t>Framework</a:t>
            </a:r>
            <a:endParaRPr sz="2400" dirty="0">
              <a:latin typeface="Cambria"/>
              <a:cs typeface="Cambria"/>
            </a:endParaRPr>
          </a:p>
          <a:p>
            <a:pPr marL="392430" marR="375285">
              <a:lnSpc>
                <a:spcPts val="2480"/>
              </a:lnSpc>
              <a:spcBef>
                <a:spcPts val="160"/>
              </a:spcBef>
            </a:pPr>
            <a:r>
              <a:rPr sz="2100" dirty="0">
                <a:latin typeface="Arial MT"/>
                <a:cs typeface="Arial MT"/>
              </a:rPr>
              <a:t>A two-stage fusion model is developed to </a:t>
            </a:r>
            <a:r>
              <a:rPr sz="2100" spc="-10" dirty="0">
                <a:latin typeface="Arial MT"/>
                <a:cs typeface="Arial MT"/>
              </a:rPr>
              <a:t>combine </a:t>
            </a:r>
            <a:r>
              <a:rPr sz="2100" dirty="0">
                <a:latin typeface="Arial MT"/>
                <a:cs typeface="Arial MT"/>
              </a:rPr>
              <a:t>temporal price dynamics with market-</a:t>
            </a:r>
            <a:r>
              <a:rPr sz="2100" spc="-10" dirty="0">
                <a:latin typeface="Arial MT"/>
                <a:cs typeface="Arial MT"/>
              </a:rPr>
              <a:t>specific </a:t>
            </a:r>
            <a:r>
              <a:rPr sz="2100" dirty="0">
                <a:latin typeface="Arial MT"/>
                <a:cs typeface="Arial MT"/>
              </a:rPr>
              <a:t>features,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improving the accuracy of daily </a:t>
            </a:r>
            <a:r>
              <a:rPr sz="2100" spc="-10" dirty="0" err="1">
                <a:latin typeface="Arial MT"/>
                <a:cs typeface="Arial MT"/>
              </a:rPr>
              <a:t>anthurium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price </a:t>
            </a:r>
            <a:r>
              <a:rPr sz="2100" spc="-10" dirty="0">
                <a:latin typeface="Arial MT"/>
                <a:cs typeface="Arial MT"/>
              </a:rPr>
              <a:t>predictions.</a:t>
            </a:r>
            <a:endParaRPr sz="2100" dirty="0">
              <a:latin typeface="Arial MT"/>
              <a:cs typeface="Arial MT"/>
            </a:endParaRPr>
          </a:p>
          <a:p>
            <a:pPr marL="446405" marR="66040">
              <a:lnSpc>
                <a:spcPts val="2850"/>
              </a:lnSpc>
              <a:spcBef>
                <a:spcPts val="2235"/>
              </a:spcBef>
            </a:pP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Dedicated</a:t>
            </a:r>
            <a:r>
              <a:rPr sz="2400" b="1" spc="-6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Market</a:t>
            </a:r>
            <a:r>
              <a:rPr sz="2400" b="1" spc="-6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Analysis</a:t>
            </a:r>
            <a:r>
              <a:rPr sz="2400" b="1" spc="-6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Prediction</a:t>
            </a:r>
            <a:r>
              <a:rPr sz="2400" b="1" spc="-5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15864"/>
                </a:solidFill>
                <a:latin typeface="Calibri"/>
                <a:cs typeface="Calibri"/>
              </a:rPr>
              <a:t>System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for Anthurium </a:t>
            </a:r>
            <a:r>
              <a:rPr sz="2400" b="1" spc="-10" dirty="0">
                <a:solidFill>
                  <a:srgbClr val="115864"/>
                </a:solidFill>
                <a:latin typeface="Calibri"/>
                <a:cs typeface="Calibri"/>
              </a:rPr>
              <a:t>Farming</a:t>
            </a:r>
            <a:endParaRPr sz="2400" dirty="0">
              <a:latin typeface="Calibri"/>
              <a:cs typeface="Calibri"/>
            </a:endParaRPr>
          </a:p>
          <a:p>
            <a:pPr marL="392430" marR="5080">
              <a:lnSpc>
                <a:spcPts val="2480"/>
              </a:lnSpc>
              <a:spcBef>
                <a:spcPts val="220"/>
              </a:spcBef>
            </a:pPr>
            <a:r>
              <a:rPr sz="2100" dirty="0">
                <a:latin typeface="Arial MT"/>
                <a:cs typeface="Arial MT"/>
              </a:rPr>
              <a:t>A crop-specific digital platform is designed to </a:t>
            </a:r>
            <a:r>
              <a:rPr sz="2100" spc="-10" dirty="0">
                <a:latin typeface="Arial MT"/>
                <a:cs typeface="Arial MT"/>
              </a:rPr>
              <a:t>provide </a:t>
            </a:r>
            <a:r>
              <a:rPr sz="2100" dirty="0">
                <a:latin typeface="Arial MT"/>
                <a:cs typeface="Arial MT"/>
              </a:rPr>
              <a:t>integrated price forecasting and market </a:t>
            </a:r>
            <a:r>
              <a:rPr sz="2100" spc="-10" dirty="0">
                <a:latin typeface="Arial MT"/>
                <a:cs typeface="Arial MT"/>
              </a:rPr>
              <a:t>analysis </a:t>
            </a:r>
            <a:r>
              <a:rPr sz="2100" dirty="0">
                <a:latin typeface="Arial MT"/>
                <a:cs typeface="Arial MT"/>
              </a:rPr>
              <a:t>tailored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 the Sri Lankan </a:t>
            </a:r>
            <a:r>
              <a:rPr sz="2100" dirty="0" err="1">
                <a:latin typeface="Arial MT"/>
                <a:cs typeface="Arial MT"/>
              </a:rPr>
              <a:t>anthurium</a:t>
            </a:r>
            <a:r>
              <a:rPr sz="2100" dirty="0">
                <a:latin typeface="Arial MT"/>
                <a:cs typeface="Arial MT"/>
              </a:rPr>
              <a:t> floriculture </a:t>
            </a:r>
            <a:r>
              <a:rPr sz="2100" spc="-10" dirty="0">
                <a:latin typeface="Arial MT"/>
                <a:cs typeface="Arial MT"/>
              </a:rPr>
              <a:t>sector.</a:t>
            </a:r>
            <a:endParaRPr sz="2100" dirty="0">
              <a:latin typeface="Arial MT"/>
              <a:cs typeface="Arial MT"/>
            </a:endParaRPr>
          </a:p>
          <a:p>
            <a:pPr marL="392430" marR="182880" indent="53975">
              <a:lnSpc>
                <a:spcPct val="100400"/>
              </a:lnSpc>
              <a:spcBef>
                <a:spcPts val="2105"/>
              </a:spcBef>
            </a:pPr>
            <a:r>
              <a:rPr sz="2400" b="1" spc="-10" dirty="0">
                <a:solidFill>
                  <a:srgbClr val="115864"/>
                </a:solidFill>
                <a:latin typeface="Calibri"/>
                <a:cs typeface="Calibri"/>
              </a:rPr>
              <a:t>Sustainability-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Aware</a:t>
            </a:r>
            <a:r>
              <a:rPr sz="2400" b="1" spc="-8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Market</a:t>
            </a:r>
            <a:r>
              <a:rPr sz="2400" b="1" spc="-8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15864"/>
                </a:solidFill>
                <a:latin typeface="Calibri"/>
                <a:cs typeface="Calibri"/>
              </a:rPr>
              <a:t>Intelligence</a:t>
            </a:r>
            <a:r>
              <a:rPr sz="2400" b="1" spc="-85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15864"/>
                </a:solidFill>
                <a:latin typeface="Calibri"/>
                <a:cs typeface="Calibri"/>
              </a:rPr>
              <a:t>Index</a:t>
            </a:r>
            <a:r>
              <a:rPr sz="2400" b="1" spc="600" dirty="0">
                <a:solidFill>
                  <a:srgbClr val="115864"/>
                </a:solidFill>
                <a:latin typeface="Calibri"/>
                <a:cs typeface="Calibri"/>
              </a:rPr>
              <a:t> </a:t>
            </a:r>
            <a:r>
              <a:rPr sz="2100" dirty="0">
                <a:latin typeface="Arial MT"/>
                <a:cs typeface="Arial MT"/>
              </a:rPr>
              <a:t>A predictive market intelligence layer is introduced </a:t>
            </a:r>
            <a:r>
              <a:rPr sz="2100" spc="-25" dirty="0">
                <a:latin typeface="Arial MT"/>
                <a:cs typeface="Arial MT"/>
              </a:rPr>
              <a:t>to </a:t>
            </a:r>
            <a:r>
              <a:rPr sz="2100" dirty="0">
                <a:latin typeface="Arial MT"/>
                <a:cs typeface="Arial MT"/>
              </a:rPr>
              <a:t>generate a market trend index and </a:t>
            </a:r>
            <a:r>
              <a:rPr sz="2100" spc="-10" dirty="0">
                <a:latin typeface="Arial MT"/>
                <a:cs typeface="Arial MT"/>
              </a:rPr>
              <a:t>actionable </a:t>
            </a:r>
            <a:r>
              <a:rPr sz="2100" dirty="0">
                <a:latin typeface="Arial MT"/>
                <a:cs typeface="Arial MT"/>
              </a:rPr>
              <a:t>decision signals, enabling stable and </a:t>
            </a:r>
            <a:r>
              <a:rPr sz="2100" spc="-10" dirty="0">
                <a:latin typeface="Arial MT"/>
                <a:cs typeface="Arial MT"/>
              </a:rPr>
              <a:t>sustainable </a:t>
            </a:r>
            <a:r>
              <a:rPr sz="2100" dirty="0">
                <a:latin typeface="Arial MT"/>
                <a:cs typeface="Arial MT"/>
              </a:rPr>
              <a:t>selling </a:t>
            </a:r>
            <a:r>
              <a:rPr sz="2100" spc="-10" dirty="0">
                <a:latin typeface="Arial MT"/>
                <a:cs typeface="Arial MT"/>
              </a:rPr>
              <a:t>strategies.</a:t>
            </a:r>
            <a:endParaRPr sz="2100" dirty="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089" y="5900137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089" y="6624037"/>
            <a:ext cx="95250" cy="95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089" y="7347937"/>
            <a:ext cx="95250" cy="95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089" y="8071837"/>
            <a:ext cx="95250" cy="952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78890" y="932122"/>
            <a:ext cx="8202930" cy="77089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22275" marR="102870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 MT"/>
                <a:cs typeface="Arial MT"/>
              </a:rPr>
              <a:t>Low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accuracy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reliance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single-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forecasting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models.</a:t>
            </a:r>
            <a:endParaRPr sz="2400" dirty="0">
              <a:latin typeface="Arial MT"/>
              <a:cs typeface="Arial MT"/>
            </a:endParaRPr>
          </a:p>
          <a:p>
            <a:pPr marL="422275" marR="368935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Absence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crop-</a:t>
            </a:r>
            <a:r>
              <a:rPr sz="2400" dirty="0">
                <a:latin typeface="Arial MT"/>
                <a:cs typeface="Arial MT"/>
              </a:rPr>
              <a:t>specific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platform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anthurium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floriculture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Sri </a:t>
            </a:r>
            <a:r>
              <a:rPr sz="2400" spc="-10" dirty="0">
                <a:latin typeface="Arial MT"/>
                <a:cs typeface="Arial MT"/>
              </a:rPr>
              <a:t>Lanka.</a:t>
            </a:r>
            <a:endParaRPr sz="2400" dirty="0">
              <a:latin typeface="Arial MT"/>
              <a:cs typeface="Arial MT"/>
            </a:endParaRPr>
          </a:p>
          <a:p>
            <a:pPr marL="422275" marR="536575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Lack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standardized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quantitative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represent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volatility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floriculture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markets.</a:t>
            </a:r>
            <a:endParaRPr sz="2400" dirty="0">
              <a:latin typeface="Arial MT"/>
              <a:cs typeface="Arial MT"/>
            </a:endParaRPr>
          </a:p>
          <a:p>
            <a:pPr marL="422275" marR="299720" algn="just">
              <a:lnSpc>
                <a:spcPts val="2850"/>
              </a:lnSpc>
            </a:pPr>
            <a:r>
              <a:rPr sz="2400" spc="-20" dirty="0">
                <a:latin typeface="Arial MT"/>
                <a:cs typeface="Arial MT"/>
              </a:rPr>
              <a:t>Non-</a:t>
            </a:r>
            <a:r>
              <a:rPr sz="2400" dirty="0">
                <a:latin typeface="Arial MT"/>
                <a:cs typeface="Arial MT"/>
              </a:rPr>
              <a:t>existence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sustainability-</a:t>
            </a:r>
            <a:r>
              <a:rPr sz="2400" dirty="0">
                <a:latin typeface="Arial MT"/>
                <a:cs typeface="Arial MT"/>
              </a:rPr>
              <a:t>aware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market </a:t>
            </a:r>
            <a:r>
              <a:rPr sz="2400" dirty="0">
                <a:latin typeface="Arial MT"/>
                <a:cs typeface="Arial MT"/>
              </a:rPr>
              <a:t>intelligence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converts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forecasts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actionable </a:t>
            </a:r>
            <a:r>
              <a:rPr sz="2400" dirty="0">
                <a:latin typeface="Arial MT"/>
                <a:cs typeface="Arial MT"/>
              </a:rPr>
              <a:t>decision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signals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3229"/>
              </a:lnSpc>
            </a:pPr>
            <a:r>
              <a:rPr sz="2700" b="1" dirty="0">
                <a:solidFill>
                  <a:srgbClr val="FF0000"/>
                </a:solidFill>
                <a:latin typeface="Cambria"/>
                <a:cs typeface="Cambria"/>
              </a:rPr>
              <a:t>USER</a:t>
            </a:r>
            <a:r>
              <a:rPr sz="27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REQUIREMENTS</a:t>
            </a:r>
            <a:endParaRPr sz="2700" dirty="0">
              <a:latin typeface="Cambria"/>
              <a:cs typeface="Cambria"/>
            </a:endParaRPr>
          </a:p>
          <a:p>
            <a:pPr marL="446405" marR="309880">
              <a:lnSpc>
                <a:spcPts val="2850"/>
              </a:lnSpc>
              <a:spcBef>
                <a:spcPts val="114"/>
              </a:spcBef>
            </a:pPr>
            <a:r>
              <a:rPr sz="2400" dirty="0">
                <a:latin typeface="Arial MT"/>
                <a:cs typeface="Arial MT"/>
              </a:rPr>
              <a:t>Accurate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daily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anthurium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 </a:t>
            </a:r>
            <a:r>
              <a:rPr sz="2400" dirty="0">
                <a:latin typeface="Arial MT"/>
                <a:cs typeface="Arial MT"/>
              </a:rPr>
              <a:t>historical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data.</a:t>
            </a:r>
            <a:endParaRPr sz="2400" dirty="0">
              <a:latin typeface="Arial MT"/>
              <a:cs typeface="Arial MT"/>
            </a:endParaRPr>
          </a:p>
          <a:p>
            <a:pPr marL="446405" marR="5080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Clear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presentation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fluctuations </a:t>
            </a:r>
            <a:r>
              <a:rPr sz="2400" dirty="0">
                <a:latin typeface="Arial MT"/>
                <a:cs typeface="Arial MT"/>
              </a:rPr>
              <a:t>across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markets.</a:t>
            </a:r>
            <a:endParaRPr sz="2400" dirty="0">
              <a:latin typeface="Arial MT"/>
              <a:cs typeface="Arial MT"/>
            </a:endParaRPr>
          </a:p>
          <a:p>
            <a:pPr marL="446405" marR="55880">
              <a:lnSpc>
                <a:spcPts val="2850"/>
              </a:lnSpc>
            </a:pPr>
            <a:r>
              <a:rPr sz="2400" spc="-20" dirty="0">
                <a:latin typeface="Arial MT"/>
                <a:cs typeface="Arial MT"/>
              </a:rPr>
              <a:t>Easy-</a:t>
            </a:r>
            <a:r>
              <a:rPr sz="2400" spc="-10" dirty="0">
                <a:latin typeface="Arial MT"/>
                <a:cs typeface="Arial MT"/>
              </a:rPr>
              <a:t>to-</a:t>
            </a: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recommendations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indicating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optimal, </a:t>
            </a:r>
            <a:r>
              <a:rPr sz="2400" dirty="0">
                <a:latin typeface="Arial MT"/>
                <a:cs typeface="Arial MT"/>
              </a:rPr>
              <a:t>sustainable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periods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risk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selling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periods.</a:t>
            </a:r>
            <a:endParaRPr sz="2400" dirty="0">
              <a:latin typeface="Arial MT"/>
              <a:cs typeface="Arial MT"/>
            </a:endParaRPr>
          </a:p>
          <a:p>
            <a:pPr marL="446405" marR="22860">
              <a:lnSpc>
                <a:spcPts val="2850"/>
              </a:lnSpc>
            </a:pPr>
            <a:r>
              <a:rPr sz="2400" spc="-20" dirty="0">
                <a:latin typeface="Arial MT"/>
                <a:cs typeface="Arial MT"/>
              </a:rPr>
              <a:t>User-</a:t>
            </a:r>
            <a:r>
              <a:rPr sz="2400" dirty="0">
                <a:latin typeface="Arial MT"/>
                <a:cs typeface="Arial MT"/>
              </a:rPr>
              <a:t>friendly,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mobile-</a:t>
            </a:r>
            <a:r>
              <a:rPr sz="2400" dirty="0">
                <a:latin typeface="Arial MT"/>
                <a:cs typeface="Arial MT"/>
              </a:rPr>
              <a:t>accessible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platform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Sri </a:t>
            </a:r>
            <a:r>
              <a:rPr sz="2400" dirty="0">
                <a:latin typeface="Arial MT"/>
                <a:cs typeface="Arial MT"/>
              </a:rPr>
              <a:t>Lankan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anthurium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farmers.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79439" y="9746966"/>
            <a:ext cx="39262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mbria"/>
                <a:cs typeface="Cambria"/>
              </a:rPr>
              <a:t>IT22117564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|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Peiris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W.V.D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77839" y="4975507"/>
            <a:ext cx="8722360" cy="4147185"/>
          </a:xfrm>
          <a:custGeom>
            <a:avLst/>
            <a:gdLst/>
            <a:ahLst/>
            <a:cxnLst/>
            <a:rect l="l" t="t" r="r" b="b"/>
            <a:pathLst>
              <a:path w="8722360" h="4147184">
                <a:moveTo>
                  <a:pt x="707231" y="4146918"/>
                </a:moveTo>
                <a:lnTo>
                  <a:pt x="658817" y="4145370"/>
                </a:lnTo>
                <a:lnTo>
                  <a:pt x="611278" y="4140569"/>
                </a:lnTo>
                <a:lnTo>
                  <a:pt x="564718" y="4132696"/>
                </a:lnTo>
                <a:lnTo>
                  <a:pt x="519244" y="4121854"/>
                </a:lnTo>
                <a:lnTo>
                  <a:pt x="474961" y="4108149"/>
                </a:lnTo>
                <a:lnTo>
                  <a:pt x="431973" y="4091686"/>
                </a:lnTo>
                <a:lnTo>
                  <a:pt x="390387" y="4072570"/>
                </a:lnTo>
                <a:lnTo>
                  <a:pt x="350308" y="4050904"/>
                </a:lnTo>
                <a:lnTo>
                  <a:pt x="311841" y="4026795"/>
                </a:lnTo>
                <a:lnTo>
                  <a:pt x="275092" y="4000346"/>
                </a:lnTo>
                <a:lnTo>
                  <a:pt x="240166" y="3971662"/>
                </a:lnTo>
                <a:lnTo>
                  <a:pt x="207168" y="3940849"/>
                </a:lnTo>
                <a:lnTo>
                  <a:pt x="176205" y="3908011"/>
                </a:lnTo>
                <a:lnTo>
                  <a:pt x="147381" y="3873252"/>
                </a:lnTo>
                <a:lnTo>
                  <a:pt x="120801" y="3836678"/>
                </a:lnTo>
                <a:lnTo>
                  <a:pt x="96572" y="3798393"/>
                </a:lnTo>
                <a:lnTo>
                  <a:pt x="74799" y="3758502"/>
                </a:lnTo>
                <a:lnTo>
                  <a:pt x="55587" y="3717110"/>
                </a:lnTo>
                <a:lnTo>
                  <a:pt x="39041" y="3674321"/>
                </a:lnTo>
                <a:lnTo>
                  <a:pt x="25267" y="3630241"/>
                </a:lnTo>
                <a:lnTo>
                  <a:pt x="14371" y="3584973"/>
                </a:lnTo>
                <a:lnTo>
                  <a:pt x="6457" y="3538624"/>
                </a:lnTo>
                <a:lnTo>
                  <a:pt x="1631" y="3491296"/>
                </a:lnTo>
                <a:lnTo>
                  <a:pt x="0" y="3443097"/>
                </a:lnTo>
                <a:lnTo>
                  <a:pt x="0" y="703897"/>
                </a:lnTo>
                <a:lnTo>
                  <a:pt x="1609" y="656354"/>
                </a:lnTo>
                <a:lnTo>
                  <a:pt x="6457" y="608370"/>
                </a:lnTo>
                <a:lnTo>
                  <a:pt x="14371" y="562020"/>
                </a:lnTo>
                <a:lnTo>
                  <a:pt x="25267" y="516753"/>
                </a:lnTo>
                <a:lnTo>
                  <a:pt x="39041" y="472672"/>
                </a:lnTo>
                <a:lnTo>
                  <a:pt x="55587" y="429884"/>
                </a:lnTo>
                <a:lnTo>
                  <a:pt x="74799" y="388491"/>
                </a:lnTo>
                <a:lnTo>
                  <a:pt x="96572" y="348601"/>
                </a:lnTo>
                <a:lnTo>
                  <a:pt x="120801" y="310316"/>
                </a:lnTo>
                <a:lnTo>
                  <a:pt x="147381" y="273741"/>
                </a:lnTo>
                <a:lnTo>
                  <a:pt x="176205" y="238983"/>
                </a:lnTo>
                <a:lnTo>
                  <a:pt x="207168" y="206144"/>
                </a:lnTo>
                <a:lnTo>
                  <a:pt x="240166" y="175331"/>
                </a:lnTo>
                <a:lnTo>
                  <a:pt x="275092" y="146648"/>
                </a:lnTo>
                <a:lnTo>
                  <a:pt x="311841" y="120199"/>
                </a:lnTo>
                <a:lnTo>
                  <a:pt x="350308" y="96089"/>
                </a:lnTo>
                <a:lnTo>
                  <a:pt x="390387" y="74424"/>
                </a:lnTo>
                <a:lnTo>
                  <a:pt x="431973" y="55307"/>
                </a:lnTo>
                <a:lnTo>
                  <a:pt x="474961" y="38844"/>
                </a:lnTo>
                <a:lnTo>
                  <a:pt x="519244" y="25139"/>
                </a:lnTo>
                <a:lnTo>
                  <a:pt x="564718" y="14298"/>
                </a:lnTo>
                <a:lnTo>
                  <a:pt x="611278" y="6424"/>
                </a:lnTo>
                <a:lnTo>
                  <a:pt x="658817" y="1623"/>
                </a:lnTo>
                <a:lnTo>
                  <a:pt x="707231" y="0"/>
                </a:lnTo>
                <a:lnTo>
                  <a:pt x="8017668" y="0"/>
                </a:lnTo>
                <a:lnTo>
                  <a:pt x="8017668" y="19050"/>
                </a:lnTo>
                <a:lnTo>
                  <a:pt x="707231" y="19050"/>
                </a:lnTo>
                <a:lnTo>
                  <a:pt x="707231" y="38100"/>
                </a:lnTo>
                <a:lnTo>
                  <a:pt x="659430" y="39772"/>
                </a:lnTo>
                <a:lnTo>
                  <a:pt x="612539" y="44712"/>
                </a:lnTo>
                <a:lnTo>
                  <a:pt x="566671" y="52809"/>
                </a:lnTo>
                <a:lnTo>
                  <a:pt x="521938" y="63949"/>
                </a:lnTo>
                <a:lnTo>
                  <a:pt x="478453" y="78019"/>
                </a:lnTo>
                <a:lnTo>
                  <a:pt x="436329" y="94908"/>
                </a:lnTo>
                <a:lnTo>
                  <a:pt x="395681" y="114501"/>
                </a:lnTo>
                <a:lnTo>
                  <a:pt x="356620" y="136687"/>
                </a:lnTo>
                <a:lnTo>
                  <a:pt x="319259" y="161352"/>
                </a:lnTo>
                <a:lnTo>
                  <a:pt x="283713" y="188384"/>
                </a:lnTo>
                <a:lnTo>
                  <a:pt x="250093" y="217671"/>
                </a:lnTo>
                <a:lnTo>
                  <a:pt x="218513" y="249099"/>
                </a:lnTo>
                <a:lnTo>
                  <a:pt x="189086" y="282555"/>
                </a:lnTo>
                <a:lnTo>
                  <a:pt x="161925" y="317927"/>
                </a:lnTo>
                <a:lnTo>
                  <a:pt x="137143" y="355103"/>
                </a:lnTo>
                <a:lnTo>
                  <a:pt x="114853" y="393969"/>
                </a:lnTo>
                <a:lnTo>
                  <a:pt x="95168" y="434413"/>
                </a:lnTo>
                <a:lnTo>
                  <a:pt x="78201" y="476322"/>
                </a:lnTo>
                <a:lnTo>
                  <a:pt x="64066" y="519584"/>
                </a:lnTo>
                <a:lnTo>
                  <a:pt x="52875" y="564084"/>
                </a:lnTo>
                <a:lnTo>
                  <a:pt x="44742" y="609712"/>
                </a:lnTo>
                <a:lnTo>
                  <a:pt x="39849" y="655697"/>
                </a:lnTo>
                <a:lnTo>
                  <a:pt x="39779" y="656354"/>
                </a:lnTo>
                <a:lnTo>
                  <a:pt x="38100" y="703897"/>
                </a:lnTo>
                <a:lnTo>
                  <a:pt x="38100" y="3443097"/>
                </a:lnTo>
                <a:lnTo>
                  <a:pt x="39780" y="3490640"/>
                </a:lnTo>
                <a:lnTo>
                  <a:pt x="44746" y="3537282"/>
                </a:lnTo>
                <a:lnTo>
                  <a:pt x="52883" y="3582909"/>
                </a:lnTo>
                <a:lnTo>
                  <a:pt x="64077" y="3627410"/>
                </a:lnTo>
                <a:lnTo>
                  <a:pt x="78217" y="3670671"/>
                </a:lnTo>
                <a:lnTo>
                  <a:pt x="95188" y="3712580"/>
                </a:lnTo>
                <a:lnTo>
                  <a:pt x="114877" y="3753024"/>
                </a:lnTo>
                <a:lnTo>
                  <a:pt x="137171" y="3791890"/>
                </a:lnTo>
                <a:lnTo>
                  <a:pt x="161956" y="3829066"/>
                </a:lnTo>
                <a:lnTo>
                  <a:pt x="189121" y="3864439"/>
                </a:lnTo>
                <a:lnTo>
                  <a:pt x="218550" y="3897895"/>
                </a:lnTo>
                <a:lnTo>
                  <a:pt x="250132" y="3929323"/>
                </a:lnTo>
                <a:lnTo>
                  <a:pt x="283753" y="3958609"/>
                </a:lnTo>
                <a:lnTo>
                  <a:pt x="319300" y="3985641"/>
                </a:lnTo>
                <a:lnTo>
                  <a:pt x="356659" y="4010307"/>
                </a:lnTo>
                <a:lnTo>
                  <a:pt x="395719" y="4032493"/>
                </a:lnTo>
                <a:lnTo>
                  <a:pt x="436365" y="4052086"/>
                </a:lnTo>
                <a:lnTo>
                  <a:pt x="478485" y="4068974"/>
                </a:lnTo>
                <a:lnTo>
                  <a:pt x="521966" y="4083045"/>
                </a:lnTo>
                <a:lnTo>
                  <a:pt x="566695" y="4094185"/>
                </a:lnTo>
                <a:lnTo>
                  <a:pt x="612558" y="4102281"/>
                </a:lnTo>
                <a:lnTo>
                  <a:pt x="659445" y="4107222"/>
                </a:lnTo>
                <a:lnTo>
                  <a:pt x="707231" y="4108894"/>
                </a:lnTo>
                <a:lnTo>
                  <a:pt x="8247532" y="4108894"/>
                </a:lnTo>
                <a:lnTo>
                  <a:pt x="8205654" y="4121854"/>
                </a:lnTo>
                <a:lnTo>
                  <a:pt x="8180111" y="4127944"/>
                </a:lnTo>
                <a:lnTo>
                  <a:pt x="707231" y="4127944"/>
                </a:lnTo>
                <a:lnTo>
                  <a:pt x="707231" y="4146918"/>
                </a:lnTo>
                <a:close/>
              </a:path>
              <a:path w="8722360" h="4147184">
                <a:moveTo>
                  <a:pt x="8247532" y="4108894"/>
                </a:moveTo>
                <a:lnTo>
                  <a:pt x="8017668" y="4108894"/>
                </a:lnTo>
                <a:lnTo>
                  <a:pt x="8065468" y="4107222"/>
                </a:lnTo>
                <a:lnTo>
                  <a:pt x="8112359" y="4102281"/>
                </a:lnTo>
                <a:lnTo>
                  <a:pt x="8158228" y="4094185"/>
                </a:lnTo>
                <a:lnTo>
                  <a:pt x="8202961" y="4083045"/>
                </a:lnTo>
                <a:lnTo>
                  <a:pt x="8246446" y="4068974"/>
                </a:lnTo>
                <a:lnTo>
                  <a:pt x="8288569" y="4052086"/>
                </a:lnTo>
                <a:lnTo>
                  <a:pt x="8329218" y="4032493"/>
                </a:lnTo>
                <a:lnTo>
                  <a:pt x="8368279" y="4010307"/>
                </a:lnTo>
                <a:lnTo>
                  <a:pt x="8405639" y="3985641"/>
                </a:lnTo>
                <a:lnTo>
                  <a:pt x="8441186" y="3958609"/>
                </a:lnTo>
                <a:lnTo>
                  <a:pt x="8474806" y="3929323"/>
                </a:lnTo>
                <a:lnTo>
                  <a:pt x="8506386" y="3897895"/>
                </a:lnTo>
                <a:lnTo>
                  <a:pt x="8535813" y="3864439"/>
                </a:lnTo>
                <a:lnTo>
                  <a:pt x="8562974" y="3829066"/>
                </a:lnTo>
                <a:lnTo>
                  <a:pt x="8587756" y="3791890"/>
                </a:lnTo>
                <a:lnTo>
                  <a:pt x="8610046" y="3753024"/>
                </a:lnTo>
                <a:lnTo>
                  <a:pt x="8629731" y="3712580"/>
                </a:lnTo>
                <a:lnTo>
                  <a:pt x="8646697" y="3670671"/>
                </a:lnTo>
                <a:lnTo>
                  <a:pt x="8660832" y="3627410"/>
                </a:lnTo>
                <a:lnTo>
                  <a:pt x="8672023" y="3582909"/>
                </a:lnTo>
                <a:lnTo>
                  <a:pt x="8680157" y="3537282"/>
                </a:lnTo>
                <a:lnTo>
                  <a:pt x="8685050" y="3491296"/>
                </a:lnTo>
                <a:lnTo>
                  <a:pt x="8686799" y="3443097"/>
                </a:lnTo>
                <a:lnTo>
                  <a:pt x="8686799" y="703897"/>
                </a:lnTo>
                <a:lnTo>
                  <a:pt x="8685120" y="656354"/>
                </a:lnTo>
                <a:lnTo>
                  <a:pt x="8680157" y="609712"/>
                </a:lnTo>
                <a:lnTo>
                  <a:pt x="8672023" y="564084"/>
                </a:lnTo>
                <a:lnTo>
                  <a:pt x="8660832" y="519584"/>
                </a:lnTo>
                <a:lnTo>
                  <a:pt x="8646697" y="476322"/>
                </a:lnTo>
                <a:lnTo>
                  <a:pt x="8629731" y="434413"/>
                </a:lnTo>
                <a:lnTo>
                  <a:pt x="8610046" y="393969"/>
                </a:lnTo>
                <a:lnTo>
                  <a:pt x="8587756" y="355103"/>
                </a:lnTo>
                <a:lnTo>
                  <a:pt x="8562974" y="317927"/>
                </a:lnTo>
                <a:lnTo>
                  <a:pt x="8535813" y="282555"/>
                </a:lnTo>
                <a:lnTo>
                  <a:pt x="8506386" y="249099"/>
                </a:lnTo>
                <a:lnTo>
                  <a:pt x="8474806" y="217671"/>
                </a:lnTo>
                <a:lnTo>
                  <a:pt x="8441186" y="188384"/>
                </a:lnTo>
                <a:lnTo>
                  <a:pt x="8405639" y="161352"/>
                </a:lnTo>
                <a:lnTo>
                  <a:pt x="8368279" y="136687"/>
                </a:lnTo>
                <a:lnTo>
                  <a:pt x="8329218" y="114501"/>
                </a:lnTo>
                <a:lnTo>
                  <a:pt x="8288569" y="94908"/>
                </a:lnTo>
                <a:lnTo>
                  <a:pt x="8246446" y="78019"/>
                </a:lnTo>
                <a:lnTo>
                  <a:pt x="8202961" y="63949"/>
                </a:lnTo>
                <a:lnTo>
                  <a:pt x="8158228" y="52809"/>
                </a:lnTo>
                <a:lnTo>
                  <a:pt x="8112359" y="44712"/>
                </a:lnTo>
                <a:lnTo>
                  <a:pt x="8065468" y="39772"/>
                </a:lnTo>
                <a:lnTo>
                  <a:pt x="8017668" y="38100"/>
                </a:lnTo>
                <a:lnTo>
                  <a:pt x="707231" y="38100"/>
                </a:lnTo>
                <a:lnTo>
                  <a:pt x="707231" y="19050"/>
                </a:lnTo>
                <a:lnTo>
                  <a:pt x="8017668" y="19050"/>
                </a:lnTo>
                <a:lnTo>
                  <a:pt x="8017668" y="0"/>
                </a:lnTo>
                <a:lnTo>
                  <a:pt x="8066081" y="1623"/>
                </a:lnTo>
                <a:lnTo>
                  <a:pt x="8113621" y="6424"/>
                </a:lnTo>
                <a:lnTo>
                  <a:pt x="8160180" y="14298"/>
                </a:lnTo>
                <a:lnTo>
                  <a:pt x="8205654" y="25139"/>
                </a:lnTo>
                <a:lnTo>
                  <a:pt x="8249938" y="38844"/>
                </a:lnTo>
                <a:lnTo>
                  <a:pt x="8292925" y="55307"/>
                </a:lnTo>
                <a:lnTo>
                  <a:pt x="8334512" y="74424"/>
                </a:lnTo>
                <a:lnTo>
                  <a:pt x="8374591" y="96089"/>
                </a:lnTo>
                <a:lnTo>
                  <a:pt x="8413058" y="120199"/>
                </a:lnTo>
                <a:lnTo>
                  <a:pt x="8449807" y="146648"/>
                </a:lnTo>
                <a:lnTo>
                  <a:pt x="8484733" y="175331"/>
                </a:lnTo>
                <a:lnTo>
                  <a:pt x="8517730" y="206144"/>
                </a:lnTo>
                <a:lnTo>
                  <a:pt x="8548694" y="238983"/>
                </a:lnTo>
                <a:lnTo>
                  <a:pt x="8577518" y="273741"/>
                </a:lnTo>
                <a:lnTo>
                  <a:pt x="8604097" y="310316"/>
                </a:lnTo>
                <a:lnTo>
                  <a:pt x="8628326" y="348601"/>
                </a:lnTo>
                <a:lnTo>
                  <a:pt x="8650099" y="388491"/>
                </a:lnTo>
                <a:lnTo>
                  <a:pt x="8669312" y="429884"/>
                </a:lnTo>
                <a:lnTo>
                  <a:pt x="8685857" y="472672"/>
                </a:lnTo>
                <a:lnTo>
                  <a:pt x="8699631" y="516753"/>
                </a:lnTo>
                <a:lnTo>
                  <a:pt x="8710528" y="562020"/>
                </a:lnTo>
                <a:lnTo>
                  <a:pt x="8718441" y="608370"/>
                </a:lnTo>
                <a:lnTo>
                  <a:pt x="8721844" y="641736"/>
                </a:lnTo>
                <a:lnTo>
                  <a:pt x="8721844" y="3505257"/>
                </a:lnTo>
                <a:lnTo>
                  <a:pt x="8710528" y="3584973"/>
                </a:lnTo>
                <a:lnTo>
                  <a:pt x="8699631" y="3630241"/>
                </a:lnTo>
                <a:lnTo>
                  <a:pt x="8685857" y="3674321"/>
                </a:lnTo>
                <a:lnTo>
                  <a:pt x="8669312" y="3717110"/>
                </a:lnTo>
                <a:lnTo>
                  <a:pt x="8650099" y="3758502"/>
                </a:lnTo>
                <a:lnTo>
                  <a:pt x="8628326" y="3798393"/>
                </a:lnTo>
                <a:lnTo>
                  <a:pt x="8604097" y="3836678"/>
                </a:lnTo>
                <a:lnTo>
                  <a:pt x="8577518" y="3873252"/>
                </a:lnTo>
                <a:lnTo>
                  <a:pt x="8548694" y="3908011"/>
                </a:lnTo>
                <a:lnTo>
                  <a:pt x="8517730" y="3940849"/>
                </a:lnTo>
                <a:lnTo>
                  <a:pt x="8484733" y="3971662"/>
                </a:lnTo>
                <a:lnTo>
                  <a:pt x="8449807" y="4000346"/>
                </a:lnTo>
                <a:lnTo>
                  <a:pt x="8413058" y="4026795"/>
                </a:lnTo>
                <a:lnTo>
                  <a:pt x="8374591" y="4050904"/>
                </a:lnTo>
                <a:lnTo>
                  <a:pt x="8334512" y="4072570"/>
                </a:lnTo>
                <a:lnTo>
                  <a:pt x="8292925" y="4091686"/>
                </a:lnTo>
                <a:lnTo>
                  <a:pt x="8249938" y="4108149"/>
                </a:lnTo>
                <a:lnTo>
                  <a:pt x="8247532" y="4108894"/>
                </a:lnTo>
                <a:close/>
              </a:path>
              <a:path w="8722360" h="4147184">
                <a:moveTo>
                  <a:pt x="8017668" y="4146918"/>
                </a:moveTo>
                <a:lnTo>
                  <a:pt x="707233" y="4146918"/>
                </a:lnTo>
                <a:lnTo>
                  <a:pt x="707231" y="4127944"/>
                </a:lnTo>
                <a:lnTo>
                  <a:pt x="8017668" y="4127944"/>
                </a:lnTo>
                <a:lnTo>
                  <a:pt x="8017668" y="4146918"/>
                </a:lnTo>
                <a:close/>
              </a:path>
              <a:path w="8722360" h="4147184">
                <a:moveTo>
                  <a:pt x="8019940" y="4146918"/>
                </a:moveTo>
                <a:lnTo>
                  <a:pt x="8017668" y="4146918"/>
                </a:lnTo>
                <a:lnTo>
                  <a:pt x="8017668" y="4127944"/>
                </a:lnTo>
                <a:lnTo>
                  <a:pt x="8180111" y="4127944"/>
                </a:lnTo>
                <a:lnTo>
                  <a:pt x="8160180" y="4132696"/>
                </a:lnTo>
                <a:lnTo>
                  <a:pt x="8113621" y="4140569"/>
                </a:lnTo>
                <a:lnTo>
                  <a:pt x="8066081" y="4145370"/>
                </a:lnTo>
                <a:lnTo>
                  <a:pt x="8019940" y="414691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46664" y="247946"/>
            <a:ext cx="8724900" cy="4568190"/>
          </a:xfrm>
          <a:custGeom>
            <a:avLst/>
            <a:gdLst/>
            <a:ahLst/>
            <a:cxnLst/>
            <a:rect l="l" t="t" r="r" b="b"/>
            <a:pathLst>
              <a:path w="8724900" h="4568190">
                <a:moveTo>
                  <a:pt x="777048" y="4567904"/>
                </a:moveTo>
                <a:lnTo>
                  <a:pt x="775494" y="4567904"/>
                </a:lnTo>
                <a:lnTo>
                  <a:pt x="729719" y="4566501"/>
                </a:lnTo>
                <a:lnTo>
                  <a:pt x="683138" y="4562327"/>
                </a:lnTo>
                <a:lnTo>
                  <a:pt x="637387" y="4555462"/>
                </a:lnTo>
                <a:lnTo>
                  <a:pt x="592548" y="4545987"/>
                </a:lnTo>
                <a:lnTo>
                  <a:pt x="548703" y="4533983"/>
                </a:lnTo>
                <a:lnTo>
                  <a:pt x="505932" y="4519531"/>
                </a:lnTo>
                <a:lnTo>
                  <a:pt x="464317" y="4502712"/>
                </a:lnTo>
                <a:lnTo>
                  <a:pt x="423939" y="4483607"/>
                </a:lnTo>
                <a:lnTo>
                  <a:pt x="384880" y="4462296"/>
                </a:lnTo>
                <a:lnTo>
                  <a:pt x="347221" y="4438862"/>
                </a:lnTo>
                <a:lnTo>
                  <a:pt x="311156" y="4413463"/>
                </a:lnTo>
                <a:lnTo>
                  <a:pt x="276427" y="4385943"/>
                </a:lnTo>
                <a:lnTo>
                  <a:pt x="243455" y="4356621"/>
                </a:lnTo>
                <a:lnTo>
                  <a:pt x="212209" y="4325499"/>
                </a:lnTo>
                <a:lnTo>
                  <a:pt x="182769" y="4292658"/>
                </a:lnTo>
                <a:lnTo>
                  <a:pt x="155217" y="4258177"/>
                </a:lnTo>
                <a:lnTo>
                  <a:pt x="129634" y="4222140"/>
                </a:lnTo>
                <a:lnTo>
                  <a:pt x="106101" y="4184625"/>
                </a:lnTo>
                <a:lnTo>
                  <a:pt x="84700" y="4145715"/>
                </a:lnTo>
                <a:lnTo>
                  <a:pt x="65513" y="4105490"/>
                </a:lnTo>
                <a:lnTo>
                  <a:pt x="48620" y="4064031"/>
                </a:lnTo>
                <a:lnTo>
                  <a:pt x="34102" y="4021420"/>
                </a:lnTo>
                <a:lnTo>
                  <a:pt x="22042" y="3977736"/>
                </a:lnTo>
                <a:lnTo>
                  <a:pt x="12521" y="3933062"/>
                </a:lnTo>
                <a:lnTo>
                  <a:pt x="5619" y="3887478"/>
                </a:lnTo>
                <a:lnTo>
                  <a:pt x="1528" y="3842278"/>
                </a:lnTo>
                <a:lnTo>
                  <a:pt x="0" y="3793903"/>
                </a:lnTo>
                <a:lnTo>
                  <a:pt x="0" y="774001"/>
                </a:lnTo>
                <a:lnTo>
                  <a:pt x="1418" y="726850"/>
                </a:lnTo>
                <a:lnTo>
                  <a:pt x="5619" y="680446"/>
                </a:lnTo>
                <a:lnTo>
                  <a:pt x="12521" y="634870"/>
                </a:lnTo>
                <a:lnTo>
                  <a:pt x="22042" y="590203"/>
                </a:lnTo>
                <a:lnTo>
                  <a:pt x="34102" y="546527"/>
                </a:lnTo>
                <a:lnTo>
                  <a:pt x="48620" y="503922"/>
                </a:lnTo>
                <a:lnTo>
                  <a:pt x="65513" y="462468"/>
                </a:lnTo>
                <a:lnTo>
                  <a:pt x="84700" y="422248"/>
                </a:lnTo>
                <a:lnTo>
                  <a:pt x="106101" y="383342"/>
                </a:lnTo>
                <a:lnTo>
                  <a:pt x="129634" y="345831"/>
                </a:lnTo>
                <a:lnTo>
                  <a:pt x="155217" y="309795"/>
                </a:lnTo>
                <a:lnTo>
                  <a:pt x="182769" y="275316"/>
                </a:lnTo>
                <a:lnTo>
                  <a:pt x="212209" y="242476"/>
                </a:lnTo>
                <a:lnTo>
                  <a:pt x="243455" y="211353"/>
                </a:lnTo>
                <a:lnTo>
                  <a:pt x="276427" y="182031"/>
                </a:lnTo>
                <a:lnTo>
                  <a:pt x="311043" y="154589"/>
                </a:lnTo>
                <a:lnTo>
                  <a:pt x="347221" y="129108"/>
                </a:lnTo>
                <a:lnTo>
                  <a:pt x="384880" y="105671"/>
                </a:lnTo>
                <a:lnTo>
                  <a:pt x="423939" y="84356"/>
                </a:lnTo>
                <a:lnTo>
                  <a:pt x="464317" y="65246"/>
                </a:lnTo>
                <a:lnTo>
                  <a:pt x="505932" y="48422"/>
                </a:lnTo>
                <a:lnTo>
                  <a:pt x="548703" y="33963"/>
                </a:lnTo>
                <a:lnTo>
                  <a:pt x="592548" y="21952"/>
                </a:lnTo>
                <a:lnTo>
                  <a:pt x="637387" y="12469"/>
                </a:lnTo>
                <a:lnTo>
                  <a:pt x="683138" y="5596"/>
                </a:lnTo>
                <a:lnTo>
                  <a:pt x="729719" y="1412"/>
                </a:lnTo>
                <a:lnTo>
                  <a:pt x="777049" y="0"/>
                </a:lnTo>
                <a:lnTo>
                  <a:pt x="7947850" y="0"/>
                </a:lnTo>
                <a:lnTo>
                  <a:pt x="7947850" y="19050"/>
                </a:lnTo>
                <a:lnTo>
                  <a:pt x="777049" y="19050"/>
                </a:lnTo>
                <a:lnTo>
                  <a:pt x="777049" y="38100"/>
                </a:lnTo>
                <a:lnTo>
                  <a:pt x="728459" y="39665"/>
                </a:lnTo>
                <a:lnTo>
                  <a:pt x="680709" y="44298"/>
                </a:lnTo>
                <a:lnTo>
                  <a:pt x="633896" y="51900"/>
                </a:lnTo>
                <a:lnTo>
                  <a:pt x="588117" y="62375"/>
                </a:lnTo>
                <a:lnTo>
                  <a:pt x="543470" y="75625"/>
                </a:lnTo>
                <a:lnTo>
                  <a:pt x="500052" y="91554"/>
                </a:lnTo>
                <a:lnTo>
                  <a:pt x="457961" y="110064"/>
                </a:lnTo>
                <a:lnTo>
                  <a:pt x="417294" y="131058"/>
                </a:lnTo>
                <a:lnTo>
                  <a:pt x="378147" y="154440"/>
                </a:lnTo>
                <a:lnTo>
                  <a:pt x="340620" y="180112"/>
                </a:lnTo>
                <a:lnTo>
                  <a:pt x="304808" y="207977"/>
                </a:lnTo>
                <a:lnTo>
                  <a:pt x="270809" y="237938"/>
                </a:lnTo>
                <a:lnTo>
                  <a:pt x="238720" y="269898"/>
                </a:lnTo>
                <a:lnTo>
                  <a:pt x="208639" y="303760"/>
                </a:lnTo>
                <a:lnTo>
                  <a:pt x="180664" y="339426"/>
                </a:lnTo>
                <a:lnTo>
                  <a:pt x="154890" y="376801"/>
                </a:lnTo>
                <a:lnTo>
                  <a:pt x="131417" y="415786"/>
                </a:lnTo>
                <a:lnTo>
                  <a:pt x="110340" y="456284"/>
                </a:lnTo>
                <a:lnTo>
                  <a:pt x="91758" y="498199"/>
                </a:lnTo>
                <a:lnTo>
                  <a:pt x="75768" y="541434"/>
                </a:lnTo>
                <a:lnTo>
                  <a:pt x="62467" y="585891"/>
                </a:lnTo>
                <a:lnTo>
                  <a:pt x="51952" y="631473"/>
                </a:lnTo>
                <a:lnTo>
                  <a:pt x="44321" y="678084"/>
                </a:lnTo>
                <a:lnTo>
                  <a:pt x="39671" y="725625"/>
                </a:lnTo>
                <a:lnTo>
                  <a:pt x="38100" y="774001"/>
                </a:lnTo>
                <a:lnTo>
                  <a:pt x="38100" y="3793903"/>
                </a:lnTo>
                <a:lnTo>
                  <a:pt x="39632" y="3841064"/>
                </a:lnTo>
                <a:lnTo>
                  <a:pt x="39671" y="3842278"/>
                </a:lnTo>
                <a:lnTo>
                  <a:pt x="44321" y="3889820"/>
                </a:lnTo>
                <a:lnTo>
                  <a:pt x="51952" y="3936430"/>
                </a:lnTo>
                <a:lnTo>
                  <a:pt x="62467" y="3982013"/>
                </a:lnTo>
                <a:lnTo>
                  <a:pt x="75768" y="4026469"/>
                </a:lnTo>
                <a:lnTo>
                  <a:pt x="91758" y="4069704"/>
                </a:lnTo>
                <a:lnTo>
                  <a:pt x="110340" y="4111619"/>
                </a:lnTo>
                <a:lnTo>
                  <a:pt x="131417" y="4152118"/>
                </a:lnTo>
                <a:lnTo>
                  <a:pt x="154890" y="4191103"/>
                </a:lnTo>
                <a:lnTo>
                  <a:pt x="180664" y="4228477"/>
                </a:lnTo>
                <a:lnTo>
                  <a:pt x="208639" y="4264144"/>
                </a:lnTo>
                <a:lnTo>
                  <a:pt x="238720" y="4298005"/>
                </a:lnTo>
                <a:lnTo>
                  <a:pt x="270809" y="4329965"/>
                </a:lnTo>
                <a:lnTo>
                  <a:pt x="304808" y="4359926"/>
                </a:lnTo>
                <a:lnTo>
                  <a:pt x="340620" y="4387791"/>
                </a:lnTo>
                <a:lnTo>
                  <a:pt x="378147" y="4413463"/>
                </a:lnTo>
                <a:lnTo>
                  <a:pt x="417294" y="4436845"/>
                </a:lnTo>
                <a:lnTo>
                  <a:pt x="457961" y="4457839"/>
                </a:lnTo>
                <a:lnTo>
                  <a:pt x="500052" y="4476350"/>
                </a:lnTo>
                <a:lnTo>
                  <a:pt x="543470" y="4492278"/>
                </a:lnTo>
                <a:lnTo>
                  <a:pt x="588117" y="4505529"/>
                </a:lnTo>
                <a:lnTo>
                  <a:pt x="633896" y="4516003"/>
                </a:lnTo>
                <a:lnTo>
                  <a:pt x="680709" y="4523606"/>
                </a:lnTo>
                <a:lnTo>
                  <a:pt x="728459" y="4528238"/>
                </a:lnTo>
                <a:lnTo>
                  <a:pt x="777049" y="4529804"/>
                </a:lnTo>
                <a:lnTo>
                  <a:pt x="8188459" y="4529804"/>
                </a:lnTo>
                <a:lnTo>
                  <a:pt x="8176068" y="4533983"/>
                </a:lnTo>
                <a:lnTo>
                  <a:pt x="8132206" y="4545987"/>
                </a:lnTo>
                <a:lnTo>
                  <a:pt x="8118648" y="4548854"/>
                </a:lnTo>
                <a:lnTo>
                  <a:pt x="777049" y="4548854"/>
                </a:lnTo>
                <a:lnTo>
                  <a:pt x="777048" y="4567904"/>
                </a:lnTo>
                <a:close/>
              </a:path>
              <a:path w="8724900" h="4568190">
                <a:moveTo>
                  <a:pt x="8188459" y="4529804"/>
                </a:moveTo>
                <a:lnTo>
                  <a:pt x="7947850" y="4529804"/>
                </a:lnTo>
                <a:lnTo>
                  <a:pt x="7996440" y="4528238"/>
                </a:lnTo>
                <a:lnTo>
                  <a:pt x="8044191" y="4523606"/>
                </a:lnTo>
                <a:lnTo>
                  <a:pt x="8091004" y="4516003"/>
                </a:lnTo>
                <a:lnTo>
                  <a:pt x="8136782" y="4505529"/>
                </a:lnTo>
                <a:lnTo>
                  <a:pt x="8181429" y="4492278"/>
                </a:lnTo>
                <a:lnTo>
                  <a:pt x="8224847" y="4476350"/>
                </a:lnTo>
                <a:lnTo>
                  <a:pt x="8266938" y="4457839"/>
                </a:lnTo>
                <a:lnTo>
                  <a:pt x="8307605" y="4436845"/>
                </a:lnTo>
                <a:lnTo>
                  <a:pt x="8346751" y="4413463"/>
                </a:lnTo>
                <a:lnTo>
                  <a:pt x="8384279" y="4387791"/>
                </a:lnTo>
                <a:lnTo>
                  <a:pt x="8420091" y="4359926"/>
                </a:lnTo>
                <a:lnTo>
                  <a:pt x="8454090" y="4329965"/>
                </a:lnTo>
                <a:lnTo>
                  <a:pt x="8486179" y="4298005"/>
                </a:lnTo>
                <a:lnTo>
                  <a:pt x="8516260" y="4264144"/>
                </a:lnTo>
                <a:lnTo>
                  <a:pt x="8544235" y="4228477"/>
                </a:lnTo>
                <a:lnTo>
                  <a:pt x="8570008" y="4191103"/>
                </a:lnTo>
                <a:lnTo>
                  <a:pt x="8593482" y="4152118"/>
                </a:lnTo>
                <a:lnTo>
                  <a:pt x="8614558" y="4111619"/>
                </a:lnTo>
                <a:lnTo>
                  <a:pt x="8633140" y="4069704"/>
                </a:lnTo>
                <a:lnTo>
                  <a:pt x="8649131" y="4026469"/>
                </a:lnTo>
                <a:lnTo>
                  <a:pt x="8662432" y="3982013"/>
                </a:lnTo>
                <a:lnTo>
                  <a:pt x="8672947" y="3936430"/>
                </a:lnTo>
                <a:lnTo>
                  <a:pt x="8680578" y="3889820"/>
                </a:lnTo>
                <a:lnTo>
                  <a:pt x="8685228" y="3842278"/>
                </a:lnTo>
                <a:lnTo>
                  <a:pt x="8686799" y="3793903"/>
                </a:lnTo>
                <a:lnTo>
                  <a:pt x="8686799" y="774001"/>
                </a:lnTo>
                <a:lnTo>
                  <a:pt x="8685267" y="726850"/>
                </a:lnTo>
                <a:lnTo>
                  <a:pt x="8680578" y="678084"/>
                </a:lnTo>
                <a:lnTo>
                  <a:pt x="8672947" y="631473"/>
                </a:lnTo>
                <a:lnTo>
                  <a:pt x="8662432" y="585891"/>
                </a:lnTo>
                <a:lnTo>
                  <a:pt x="8649131" y="541434"/>
                </a:lnTo>
                <a:lnTo>
                  <a:pt x="8633140" y="498199"/>
                </a:lnTo>
                <a:lnTo>
                  <a:pt x="8614558" y="456284"/>
                </a:lnTo>
                <a:lnTo>
                  <a:pt x="8593482" y="415786"/>
                </a:lnTo>
                <a:lnTo>
                  <a:pt x="8570008" y="376801"/>
                </a:lnTo>
                <a:lnTo>
                  <a:pt x="8544235" y="339426"/>
                </a:lnTo>
                <a:lnTo>
                  <a:pt x="8516260" y="303760"/>
                </a:lnTo>
                <a:lnTo>
                  <a:pt x="8486179" y="269898"/>
                </a:lnTo>
                <a:lnTo>
                  <a:pt x="8454090" y="237938"/>
                </a:lnTo>
                <a:lnTo>
                  <a:pt x="8420091" y="207977"/>
                </a:lnTo>
                <a:lnTo>
                  <a:pt x="8384279" y="180112"/>
                </a:lnTo>
                <a:lnTo>
                  <a:pt x="8346751" y="154440"/>
                </a:lnTo>
                <a:lnTo>
                  <a:pt x="8307605" y="131058"/>
                </a:lnTo>
                <a:lnTo>
                  <a:pt x="8266938" y="110064"/>
                </a:lnTo>
                <a:lnTo>
                  <a:pt x="8224847" y="91554"/>
                </a:lnTo>
                <a:lnTo>
                  <a:pt x="8181429" y="75625"/>
                </a:lnTo>
                <a:lnTo>
                  <a:pt x="8136782" y="62375"/>
                </a:lnTo>
                <a:lnTo>
                  <a:pt x="8091004" y="51900"/>
                </a:lnTo>
                <a:lnTo>
                  <a:pt x="8044191" y="44298"/>
                </a:lnTo>
                <a:lnTo>
                  <a:pt x="7996440" y="39665"/>
                </a:lnTo>
                <a:lnTo>
                  <a:pt x="7947850" y="38100"/>
                </a:lnTo>
                <a:lnTo>
                  <a:pt x="777049" y="38100"/>
                </a:lnTo>
                <a:lnTo>
                  <a:pt x="777049" y="19050"/>
                </a:lnTo>
                <a:lnTo>
                  <a:pt x="7947850" y="19050"/>
                </a:lnTo>
                <a:lnTo>
                  <a:pt x="7947850" y="0"/>
                </a:lnTo>
                <a:lnTo>
                  <a:pt x="7995181" y="1412"/>
                </a:lnTo>
                <a:lnTo>
                  <a:pt x="8041762" y="5596"/>
                </a:lnTo>
                <a:lnTo>
                  <a:pt x="8087512" y="12469"/>
                </a:lnTo>
                <a:lnTo>
                  <a:pt x="8132351" y="21952"/>
                </a:lnTo>
                <a:lnTo>
                  <a:pt x="8176196" y="33963"/>
                </a:lnTo>
                <a:lnTo>
                  <a:pt x="8218967" y="48422"/>
                </a:lnTo>
                <a:lnTo>
                  <a:pt x="8260582" y="65246"/>
                </a:lnTo>
                <a:lnTo>
                  <a:pt x="8300960" y="84356"/>
                </a:lnTo>
                <a:lnTo>
                  <a:pt x="8340019" y="105671"/>
                </a:lnTo>
                <a:lnTo>
                  <a:pt x="8377678" y="129108"/>
                </a:lnTo>
                <a:lnTo>
                  <a:pt x="8413856" y="154589"/>
                </a:lnTo>
                <a:lnTo>
                  <a:pt x="8448472" y="182031"/>
                </a:lnTo>
                <a:lnTo>
                  <a:pt x="8481444" y="211353"/>
                </a:lnTo>
                <a:lnTo>
                  <a:pt x="8512690" y="242476"/>
                </a:lnTo>
                <a:lnTo>
                  <a:pt x="8542130" y="275316"/>
                </a:lnTo>
                <a:lnTo>
                  <a:pt x="8569682" y="309795"/>
                </a:lnTo>
                <a:lnTo>
                  <a:pt x="8595265" y="345831"/>
                </a:lnTo>
                <a:lnTo>
                  <a:pt x="8618798" y="383342"/>
                </a:lnTo>
                <a:lnTo>
                  <a:pt x="8640199" y="422248"/>
                </a:lnTo>
                <a:lnTo>
                  <a:pt x="8659386" y="462468"/>
                </a:lnTo>
                <a:lnTo>
                  <a:pt x="8676279" y="503922"/>
                </a:lnTo>
                <a:lnTo>
                  <a:pt x="8690797" y="546527"/>
                </a:lnTo>
                <a:lnTo>
                  <a:pt x="8702857" y="590203"/>
                </a:lnTo>
                <a:lnTo>
                  <a:pt x="8712378" y="634870"/>
                </a:lnTo>
                <a:lnTo>
                  <a:pt x="8719280" y="680446"/>
                </a:lnTo>
                <a:lnTo>
                  <a:pt x="8723370" y="725625"/>
                </a:lnTo>
                <a:lnTo>
                  <a:pt x="8723481" y="726850"/>
                </a:lnTo>
                <a:lnTo>
                  <a:pt x="8724899" y="774001"/>
                </a:lnTo>
                <a:lnTo>
                  <a:pt x="8724899" y="3793903"/>
                </a:lnTo>
                <a:lnTo>
                  <a:pt x="8723481" y="3841064"/>
                </a:lnTo>
                <a:lnTo>
                  <a:pt x="8719280" y="3887478"/>
                </a:lnTo>
                <a:lnTo>
                  <a:pt x="8712378" y="3933062"/>
                </a:lnTo>
                <a:lnTo>
                  <a:pt x="8702855" y="3977736"/>
                </a:lnTo>
                <a:lnTo>
                  <a:pt x="8690794" y="4021420"/>
                </a:lnTo>
                <a:lnTo>
                  <a:pt x="8676275" y="4064031"/>
                </a:lnTo>
                <a:lnTo>
                  <a:pt x="8659379" y="4105490"/>
                </a:lnTo>
                <a:lnTo>
                  <a:pt x="8640189" y="4145715"/>
                </a:lnTo>
                <a:lnTo>
                  <a:pt x="8618785" y="4184625"/>
                </a:lnTo>
                <a:lnTo>
                  <a:pt x="8595248" y="4222140"/>
                </a:lnTo>
                <a:lnTo>
                  <a:pt x="8569660" y="4258177"/>
                </a:lnTo>
                <a:lnTo>
                  <a:pt x="8542102" y="4292658"/>
                </a:lnTo>
                <a:lnTo>
                  <a:pt x="8512656" y="4325499"/>
                </a:lnTo>
                <a:lnTo>
                  <a:pt x="8481402" y="4356621"/>
                </a:lnTo>
                <a:lnTo>
                  <a:pt x="8448422" y="4385943"/>
                </a:lnTo>
                <a:lnTo>
                  <a:pt x="8413685" y="4413463"/>
                </a:lnTo>
                <a:lnTo>
                  <a:pt x="8377611" y="4438862"/>
                </a:lnTo>
                <a:lnTo>
                  <a:pt x="8339941" y="4462296"/>
                </a:lnTo>
                <a:lnTo>
                  <a:pt x="8300871" y="4483607"/>
                </a:lnTo>
                <a:lnTo>
                  <a:pt x="8260481" y="4502712"/>
                </a:lnTo>
                <a:lnTo>
                  <a:pt x="8218853" y="4519531"/>
                </a:lnTo>
                <a:lnTo>
                  <a:pt x="8188459" y="4529804"/>
                </a:lnTo>
                <a:close/>
              </a:path>
              <a:path w="8724900" h="4568190">
                <a:moveTo>
                  <a:pt x="7947850" y="4567904"/>
                </a:moveTo>
                <a:lnTo>
                  <a:pt x="777049" y="4567904"/>
                </a:lnTo>
                <a:lnTo>
                  <a:pt x="777049" y="4548854"/>
                </a:lnTo>
                <a:lnTo>
                  <a:pt x="7947850" y="4548854"/>
                </a:lnTo>
                <a:lnTo>
                  <a:pt x="7947850" y="4567904"/>
                </a:lnTo>
                <a:close/>
              </a:path>
              <a:path w="8724900" h="4568190">
                <a:moveTo>
                  <a:pt x="7947850" y="4567904"/>
                </a:moveTo>
                <a:lnTo>
                  <a:pt x="7947850" y="4548854"/>
                </a:lnTo>
                <a:lnTo>
                  <a:pt x="8118648" y="4548854"/>
                </a:lnTo>
                <a:lnTo>
                  <a:pt x="8087345" y="4555462"/>
                </a:lnTo>
                <a:lnTo>
                  <a:pt x="8041560" y="4562327"/>
                </a:lnTo>
                <a:lnTo>
                  <a:pt x="7995071" y="4566501"/>
                </a:lnTo>
                <a:lnTo>
                  <a:pt x="7947850" y="45679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926784" y="257787"/>
            <a:ext cx="7579995" cy="8864600"/>
          </a:xfrm>
          <a:custGeom>
            <a:avLst/>
            <a:gdLst/>
            <a:ahLst/>
            <a:cxnLst/>
            <a:rect l="l" t="t" r="r" b="b"/>
            <a:pathLst>
              <a:path w="7579994" h="8864600">
                <a:moveTo>
                  <a:pt x="6304121" y="12700"/>
                </a:moveTo>
                <a:lnTo>
                  <a:pt x="1087496" y="12700"/>
                </a:lnTo>
                <a:lnTo>
                  <a:pt x="1133909" y="0"/>
                </a:lnTo>
                <a:lnTo>
                  <a:pt x="6304121" y="0"/>
                </a:lnTo>
                <a:lnTo>
                  <a:pt x="6304121" y="12700"/>
                </a:lnTo>
                <a:close/>
              </a:path>
              <a:path w="7579994" h="8864600">
                <a:moveTo>
                  <a:pt x="6492690" y="12700"/>
                </a:moveTo>
                <a:lnTo>
                  <a:pt x="6304121" y="12700"/>
                </a:lnTo>
                <a:lnTo>
                  <a:pt x="6304121" y="0"/>
                </a:lnTo>
                <a:lnTo>
                  <a:pt x="6446276" y="0"/>
                </a:lnTo>
                <a:lnTo>
                  <a:pt x="6492690" y="12700"/>
                </a:lnTo>
                <a:close/>
              </a:path>
              <a:path w="7579994" h="8864600">
                <a:moveTo>
                  <a:pt x="6538567" y="8851900"/>
                </a:moveTo>
                <a:lnTo>
                  <a:pt x="1041619" y="8851900"/>
                </a:lnTo>
                <a:lnTo>
                  <a:pt x="864098" y="8801100"/>
                </a:lnTo>
                <a:lnTo>
                  <a:pt x="779360" y="8775700"/>
                </a:lnTo>
                <a:lnTo>
                  <a:pt x="738106" y="8750300"/>
                </a:lnTo>
                <a:lnTo>
                  <a:pt x="697635" y="8737600"/>
                </a:lnTo>
                <a:lnTo>
                  <a:pt x="657978" y="8712200"/>
                </a:lnTo>
                <a:lnTo>
                  <a:pt x="619167" y="8686800"/>
                </a:lnTo>
                <a:lnTo>
                  <a:pt x="581232" y="8661400"/>
                </a:lnTo>
                <a:lnTo>
                  <a:pt x="544204" y="8636000"/>
                </a:lnTo>
                <a:lnTo>
                  <a:pt x="508114" y="8610600"/>
                </a:lnTo>
                <a:lnTo>
                  <a:pt x="472992" y="8585200"/>
                </a:lnTo>
                <a:lnTo>
                  <a:pt x="438870" y="8559800"/>
                </a:lnTo>
                <a:lnTo>
                  <a:pt x="405779" y="8521700"/>
                </a:lnTo>
                <a:lnTo>
                  <a:pt x="373749" y="8496300"/>
                </a:lnTo>
                <a:lnTo>
                  <a:pt x="342811" y="8470900"/>
                </a:lnTo>
                <a:lnTo>
                  <a:pt x="312995" y="8432800"/>
                </a:lnTo>
                <a:lnTo>
                  <a:pt x="284334" y="8394700"/>
                </a:lnTo>
                <a:lnTo>
                  <a:pt x="256857" y="8356600"/>
                </a:lnTo>
                <a:lnTo>
                  <a:pt x="230596" y="8331200"/>
                </a:lnTo>
                <a:lnTo>
                  <a:pt x="205580" y="8293100"/>
                </a:lnTo>
                <a:lnTo>
                  <a:pt x="181842" y="8255000"/>
                </a:lnTo>
                <a:lnTo>
                  <a:pt x="159412" y="8216900"/>
                </a:lnTo>
                <a:lnTo>
                  <a:pt x="138321" y="8178800"/>
                </a:lnTo>
                <a:lnTo>
                  <a:pt x="118600" y="8128000"/>
                </a:lnTo>
                <a:lnTo>
                  <a:pt x="100278" y="8089900"/>
                </a:lnTo>
                <a:lnTo>
                  <a:pt x="83389" y="8051800"/>
                </a:lnTo>
                <a:lnTo>
                  <a:pt x="67961" y="8001000"/>
                </a:lnTo>
                <a:lnTo>
                  <a:pt x="54027" y="7962900"/>
                </a:lnTo>
                <a:lnTo>
                  <a:pt x="41616" y="7924800"/>
                </a:lnTo>
                <a:lnTo>
                  <a:pt x="30760" y="7874000"/>
                </a:lnTo>
                <a:lnTo>
                  <a:pt x="21489" y="7823200"/>
                </a:lnTo>
                <a:lnTo>
                  <a:pt x="13835" y="7785100"/>
                </a:lnTo>
                <a:lnTo>
                  <a:pt x="7828" y="7734300"/>
                </a:lnTo>
                <a:lnTo>
                  <a:pt x="3500" y="7683500"/>
                </a:lnTo>
                <a:lnTo>
                  <a:pt x="880" y="7645400"/>
                </a:lnTo>
                <a:lnTo>
                  <a:pt x="0" y="7594600"/>
                </a:lnTo>
                <a:lnTo>
                  <a:pt x="0" y="1270000"/>
                </a:lnTo>
                <a:lnTo>
                  <a:pt x="880" y="1231900"/>
                </a:lnTo>
                <a:lnTo>
                  <a:pt x="3500" y="1181100"/>
                </a:lnTo>
                <a:lnTo>
                  <a:pt x="7828" y="1130300"/>
                </a:lnTo>
                <a:lnTo>
                  <a:pt x="13835" y="1079500"/>
                </a:lnTo>
                <a:lnTo>
                  <a:pt x="21489" y="1041400"/>
                </a:lnTo>
                <a:lnTo>
                  <a:pt x="30760" y="990600"/>
                </a:lnTo>
                <a:lnTo>
                  <a:pt x="41616" y="952500"/>
                </a:lnTo>
                <a:lnTo>
                  <a:pt x="54027" y="901700"/>
                </a:lnTo>
                <a:lnTo>
                  <a:pt x="67961" y="863600"/>
                </a:lnTo>
                <a:lnTo>
                  <a:pt x="83389" y="812800"/>
                </a:lnTo>
                <a:lnTo>
                  <a:pt x="100278" y="774700"/>
                </a:lnTo>
                <a:lnTo>
                  <a:pt x="118600" y="736600"/>
                </a:lnTo>
                <a:lnTo>
                  <a:pt x="138321" y="698500"/>
                </a:lnTo>
                <a:lnTo>
                  <a:pt x="159412" y="660400"/>
                </a:lnTo>
                <a:lnTo>
                  <a:pt x="181842" y="622300"/>
                </a:lnTo>
                <a:lnTo>
                  <a:pt x="205580" y="584200"/>
                </a:lnTo>
                <a:lnTo>
                  <a:pt x="230596" y="546100"/>
                </a:lnTo>
                <a:lnTo>
                  <a:pt x="256857" y="508000"/>
                </a:lnTo>
                <a:lnTo>
                  <a:pt x="284334" y="469900"/>
                </a:lnTo>
                <a:lnTo>
                  <a:pt x="312995" y="431800"/>
                </a:lnTo>
                <a:lnTo>
                  <a:pt x="342811" y="406400"/>
                </a:lnTo>
                <a:lnTo>
                  <a:pt x="373749" y="368300"/>
                </a:lnTo>
                <a:lnTo>
                  <a:pt x="405779" y="342900"/>
                </a:lnTo>
                <a:lnTo>
                  <a:pt x="438870" y="304800"/>
                </a:lnTo>
                <a:lnTo>
                  <a:pt x="472992" y="279400"/>
                </a:lnTo>
                <a:lnTo>
                  <a:pt x="508114" y="254000"/>
                </a:lnTo>
                <a:lnTo>
                  <a:pt x="544204" y="228600"/>
                </a:lnTo>
                <a:lnTo>
                  <a:pt x="581232" y="203200"/>
                </a:lnTo>
                <a:lnTo>
                  <a:pt x="619167" y="177800"/>
                </a:lnTo>
                <a:lnTo>
                  <a:pt x="657978" y="152400"/>
                </a:lnTo>
                <a:lnTo>
                  <a:pt x="697635" y="139700"/>
                </a:lnTo>
                <a:lnTo>
                  <a:pt x="738106" y="114300"/>
                </a:lnTo>
                <a:lnTo>
                  <a:pt x="779360" y="101600"/>
                </a:lnTo>
                <a:lnTo>
                  <a:pt x="821368" y="76200"/>
                </a:lnTo>
                <a:lnTo>
                  <a:pt x="996310" y="25400"/>
                </a:lnTo>
                <a:lnTo>
                  <a:pt x="1041619" y="12700"/>
                </a:lnTo>
                <a:lnTo>
                  <a:pt x="1276064" y="12700"/>
                </a:lnTo>
                <a:lnTo>
                  <a:pt x="1276064" y="38100"/>
                </a:lnTo>
                <a:lnTo>
                  <a:pt x="1131692" y="38100"/>
                </a:lnTo>
                <a:lnTo>
                  <a:pt x="1038104" y="63500"/>
                </a:lnTo>
                <a:lnTo>
                  <a:pt x="992211" y="63500"/>
                </a:lnTo>
                <a:lnTo>
                  <a:pt x="858551" y="101600"/>
                </a:lnTo>
                <a:lnTo>
                  <a:pt x="815452" y="127000"/>
                </a:lnTo>
                <a:lnTo>
                  <a:pt x="773137" y="139700"/>
                </a:lnTo>
                <a:lnTo>
                  <a:pt x="731640" y="165100"/>
                </a:lnTo>
                <a:lnTo>
                  <a:pt x="690997" y="177800"/>
                </a:lnTo>
                <a:lnTo>
                  <a:pt x="651242" y="203200"/>
                </a:lnTo>
                <a:lnTo>
                  <a:pt x="612408" y="228600"/>
                </a:lnTo>
                <a:lnTo>
                  <a:pt x="574530" y="254000"/>
                </a:lnTo>
                <a:lnTo>
                  <a:pt x="537644" y="279400"/>
                </a:lnTo>
                <a:lnTo>
                  <a:pt x="501782" y="304800"/>
                </a:lnTo>
                <a:lnTo>
                  <a:pt x="466980" y="330200"/>
                </a:lnTo>
                <a:lnTo>
                  <a:pt x="433272" y="368300"/>
                </a:lnTo>
                <a:lnTo>
                  <a:pt x="400693" y="393700"/>
                </a:lnTo>
                <a:lnTo>
                  <a:pt x="369276" y="431800"/>
                </a:lnTo>
                <a:lnTo>
                  <a:pt x="339056" y="469900"/>
                </a:lnTo>
                <a:lnTo>
                  <a:pt x="310068" y="495300"/>
                </a:lnTo>
                <a:lnTo>
                  <a:pt x="282346" y="533400"/>
                </a:lnTo>
                <a:lnTo>
                  <a:pt x="255924" y="571500"/>
                </a:lnTo>
                <a:lnTo>
                  <a:pt x="230837" y="609600"/>
                </a:lnTo>
                <a:lnTo>
                  <a:pt x="207119" y="647700"/>
                </a:lnTo>
                <a:lnTo>
                  <a:pt x="184805" y="685800"/>
                </a:lnTo>
                <a:lnTo>
                  <a:pt x="163928" y="723900"/>
                </a:lnTo>
                <a:lnTo>
                  <a:pt x="144525" y="774700"/>
                </a:lnTo>
                <a:lnTo>
                  <a:pt x="126628" y="812800"/>
                </a:lnTo>
                <a:lnTo>
                  <a:pt x="110272" y="850900"/>
                </a:lnTo>
                <a:lnTo>
                  <a:pt x="95491" y="901700"/>
                </a:lnTo>
                <a:lnTo>
                  <a:pt x="82321" y="939800"/>
                </a:lnTo>
                <a:lnTo>
                  <a:pt x="70795" y="990600"/>
                </a:lnTo>
                <a:lnTo>
                  <a:pt x="60948" y="1041400"/>
                </a:lnTo>
                <a:lnTo>
                  <a:pt x="52814" y="1079500"/>
                </a:lnTo>
                <a:lnTo>
                  <a:pt x="46428" y="1130300"/>
                </a:lnTo>
                <a:lnTo>
                  <a:pt x="41824" y="1181100"/>
                </a:lnTo>
                <a:lnTo>
                  <a:pt x="39036" y="1219200"/>
                </a:lnTo>
                <a:lnTo>
                  <a:pt x="38100" y="1270000"/>
                </a:lnTo>
                <a:lnTo>
                  <a:pt x="38100" y="7594600"/>
                </a:lnTo>
                <a:lnTo>
                  <a:pt x="39036" y="7645400"/>
                </a:lnTo>
                <a:lnTo>
                  <a:pt x="41824" y="7696200"/>
                </a:lnTo>
                <a:lnTo>
                  <a:pt x="46428" y="7734300"/>
                </a:lnTo>
                <a:lnTo>
                  <a:pt x="52814" y="7785100"/>
                </a:lnTo>
                <a:lnTo>
                  <a:pt x="60948" y="7835900"/>
                </a:lnTo>
                <a:lnTo>
                  <a:pt x="70795" y="7874000"/>
                </a:lnTo>
                <a:lnTo>
                  <a:pt x="82321" y="7924800"/>
                </a:lnTo>
                <a:lnTo>
                  <a:pt x="95491" y="7962900"/>
                </a:lnTo>
                <a:lnTo>
                  <a:pt x="110272" y="8013700"/>
                </a:lnTo>
                <a:lnTo>
                  <a:pt x="126628" y="8051800"/>
                </a:lnTo>
                <a:lnTo>
                  <a:pt x="144525" y="8102600"/>
                </a:lnTo>
                <a:lnTo>
                  <a:pt x="163928" y="8140700"/>
                </a:lnTo>
                <a:lnTo>
                  <a:pt x="184805" y="8178800"/>
                </a:lnTo>
                <a:lnTo>
                  <a:pt x="207119" y="8216900"/>
                </a:lnTo>
                <a:lnTo>
                  <a:pt x="230837" y="8255000"/>
                </a:lnTo>
                <a:lnTo>
                  <a:pt x="255924" y="8293100"/>
                </a:lnTo>
                <a:lnTo>
                  <a:pt x="282346" y="8331200"/>
                </a:lnTo>
                <a:lnTo>
                  <a:pt x="310068" y="8369300"/>
                </a:lnTo>
                <a:lnTo>
                  <a:pt x="339056" y="8407400"/>
                </a:lnTo>
                <a:lnTo>
                  <a:pt x="369276" y="8432800"/>
                </a:lnTo>
                <a:lnTo>
                  <a:pt x="400693" y="8470900"/>
                </a:lnTo>
                <a:lnTo>
                  <a:pt x="433272" y="8496300"/>
                </a:lnTo>
                <a:lnTo>
                  <a:pt x="466980" y="8534400"/>
                </a:lnTo>
                <a:lnTo>
                  <a:pt x="501782" y="8559800"/>
                </a:lnTo>
                <a:lnTo>
                  <a:pt x="537644" y="8585200"/>
                </a:lnTo>
                <a:lnTo>
                  <a:pt x="574530" y="8610600"/>
                </a:lnTo>
                <a:lnTo>
                  <a:pt x="612408" y="8636000"/>
                </a:lnTo>
                <a:lnTo>
                  <a:pt x="651242" y="8661400"/>
                </a:lnTo>
                <a:lnTo>
                  <a:pt x="690997" y="8686800"/>
                </a:lnTo>
                <a:lnTo>
                  <a:pt x="731640" y="8712200"/>
                </a:lnTo>
                <a:lnTo>
                  <a:pt x="773137" y="8724900"/>
                </a:lnTo>
                <a:lnTo>
                  <a:pt x="815452" y="8750300"/>
                </a:lnTo>
                <a:lnTo>
                  <a:pt x="858551" y="8763000"/>
                </a:lnTo>
                <a:lnTo>
                  <a:pt x="1038104" y="8813800"/>
                </a:lnTo>
                <a:lnTo>
                  <a:pt x="1084609" y="8813800"/>
                </a:lnTo>
                <a:lnTo>
                  <a:pt x="1131692" y="8826500"/>
                </a:lnTo>
                <a:lnTo>
                  <a:pt x="1227454" y="8826500"/>
                </a:lnTo>
                <a:lnTo>
                  <a:pt x="1276064" y="8839200"/>
                </a:lnTo>
                <a:lnTo>
                  <a:pt x="6583876" y="8839200"/>
                </a:lnTo>
                <a:lnTo>
                  <a:pt x="6538567" y="8851900"/>
                </a:lnTo>
                <a:close/>
              </a:path>
              <a:path w="7579994" h="8864600">
                <a:moveTo>
                  <a:pt x="6583876" y="8839200"/>
                </a:moveTo>
                <a:lnTo>
                  <a:pt x="6304121" y="8839200"/>
                </a:lnTo>
                <a:lnTo>
                  <a:pt x="6352731" y="8826500"/>
                </a:lnTo>
                <a:lnTo>
                  <a:pt x="6448493" y="8826500"/>
                </a:lnTo>
                <a:lnTo>
                  <a:pt x="6495576" y="8813800"/>
                </a:lnTo>
                <a:lnTo>
                  <a:pt x="6542081" y="8813800"/>
                </a:lnTo>
                <a:lnTo>
                  <a:pt x="6721634" y="8763000"/>
                </a:lnTo>
                <a:lnTo>
                  <a:pt x="6764734" y="8750300"/>
                </a:lnTo>
                <a:lnTo>
                  <a:pt x="6807049" y="8724900"/>
                </a:lnTo>
                <a:lnTo>
                  <a:pt x="6848545" y="8712200"/>
                </a:lnTo>
                <a:lnTo>
                  <a:pt x="6889188" y="8686800"/>
                </a:lnTo>
                <a:lnTo>
                  <a:pt x="6928944" y="8661400"/>
                </a:lnTo>
                <a:lnTo>
                  <a:pt x="6967778" y="8636000"/>
                </a:lnTo>
                <a:lnTo>
                  <a:pt x="7005655" y="8610600"/>
                </a:lnTo>
                <a:lnTo>
                  <a:pt x="7042542" y="8585200"/>
                </a:lnTo>
                <a:lnTo>
                  <a:pt x="7078403" y="8559800"/>
                </a:lnTo>
                <a:lnTo>
                  <a:pt x="7113205" y="8534400"/>
                </a:lnTo>
                <a:lnTo>
                  <a:pt x="7146913" y="8496300"/>
                </a:lnTo>
                <a:lnTo>
                  <a:pt x="7179493" y="8470900"/>
                </a:lnTo>
                <a:lnTo>
                  <a:pt x="7210910" y="8432800"/>
                </a:lnTo>
                <a:lnTo>
                  <a:pt x="7241129" y="8407400"/>
                </a:lnTo>
                <a:lnTo>
                  <a:pt x="7270118" y="8369300"/>
                </a:lnTo>
                <a:lnTo>
                  <a:pt x="7297840" y="8331200"/>
                </a:lnTo>
                <a:lnTo>
                  <a:pt x="7324261" y="8293100"/>
                </a:lnTo>
                <a:lnTo>
                  <a:pt x="7349348" y="8255000"/>
                </a:lnTo>
                <a:lnTo>
                  <a:pt x="7373066" y="8216900"/>
                </a:lnTo>
                <a:lnTo>
                  <a:pt x="7395380" y="8178800"/>
                </a:lnTo>
                <a:lnTo>
                  <a:pt x="7416257" y="8140700"/>
                </a:lnTo>
                <a:lnTo>
                  <a:pt x="7435660" y="8102600"/>
                </a:lnTo>
                <a:lnTo>
                  <a:pt x="7453557" y="8051800"/>
                </a:lnTo>
                <a:lnTo>
                  <a:pt x="7469913" y="8013700"/>
                </a:lnTo>
                <a:lnTo>
                  <a:pt x="7484693" y="7962900"/>
                </a:lnTo>
                <a:lnTo>
                  <a:pt x="7497864" y="7924800"/>
                </a:lnTo>
                <a:lnTo>
                  <a:pt x="7509389" y="7874000"/>
                </a:lnTo>
                <a:lnTo>
                  <a:pt x="7519236" y="7835900"/>
                </a:lnTo>
                <a:lnTo>
                  <a:pt x="7527370" y="7785100"/>
                </a:lnTo>
                <a:lnTo>
                  <a:pt x="7533756" y="7734300"/>
                </a:lnTo>
                <a:lnTo>
                  <a:pt x="7538361" y="7696200"/>
                </a:lnTo>
                <a:lnTo>
                  <a:pt x="7541148" y="7645400"/>
                </a:lnTo>
                <a:lnTo>
                  <a:pt x="7542085" y="7594600"/>
                </a:lnTo>
                <a:lnTo>
                  <a:pt x="7542085" y="1270000"/>
                </a:lnTo>
                <a:lnTo>
                  <a:pt x="7541148" y="1219200"/>
                </a:lnTo>
                <a:lnTo>
                  <a:pt x="7538361" y="1181100"/>
                </a:lnTo>
                <a:lnTo>
                  <a:pt x="7533756" y="1130300"/>
                </a:lnTo>
                <a:lnTo>
                  <a:pt x="7527370" y="1079500"/>
                </a:lnTo>
                <a:lnTo>
                  <a:pt x="7519236" y="1041400"/>
                </a:lnTo>
                <a:lnTo>
                  <a:pt x="7509389" y="990600"/>
                </a:lnTo>
                <a:lnTo>
                  <a:pt x="7497864" y="939800"/>
                </a:lnTo>
                <a:lnTo>
                  <a:pt x="7484693" y="901700"/>
                </a:lnTo>
                <a:lnTo>
                  <a:pt x="7469913" y="850900"/>
                </a:lnTo>
                <a:lnTo>
                  <a:pt x="7453557" y="812800"/>
                </a:lnTo>
                <a:lnTo>
                  <a:pt x="7435660" y="774700"/>
                </a:lnTo>
                <a:lnTo>
                  <a:pt x="7416257" y="723900"/>
                </a:lnTo>
                <a:lnTo>
                  <a:pt x="7395380" y="685800"/>
                </a:lnTo>
                <a:lnTo>
                  <a:pt x="7373066" y="647700"/>
                </a:lnTo>
                <a:lnTo>
                  <a:pt x="7349348" y="609600"/>
                </a:lnTo>
                <a:lnTo>
                  <a:pt x="7324261" y="571500"/>
                </a:lnTo>
                <a:lnTo>
                  <a:pt x="7297840" y="533400"/>
                </a:lnTo>
                <a:lnTo>
                  <a:pt x="7270118" y="495300"/>
                </a:lnTo>
                <a:lnTo>
                  <a:pt x="7241129" y="469900"/>
                </a:lnTo>
                <a:lnTo>
                  <a:pt x="7210910" y="431800"/>
                </a:lnTo>
                <a:lnTo>
                  <a:pt x="7179493" y="393700"/>
                </a:lnTo>
                <a:lnTo>
                  <a:pt x="7146913" y="368300"/>
                </a:lnTo>
                <a:lnTo>
                  <a:pt x="7113205" y="330200"/>
                </a:lnTo>
                <a:lnTo>
                  <a:pt x="7078403" y="304800"/>
                </a:lnTo>
                <a:lnTo>
                  <a:pt x="7042542" y="279400"/>
                </a:lnTo>
                <a:lnTo>
                  <a:pt x="7005655" y="254000"/>
                </a:lnTo>
                <a:lnTo>
                  <a:pt x="6967778" y="228600"/>
                </a:lnTo>
                <a:lnTo>
                  <a:pt x="6928944" y="203200"/>
                </a:lnTo>
                <a:lnTo>
                  <a:pt x="6889188" y="177800"/>
                </a:lnTo>
                <a:lnTo>
                  <a:pt x="6848545" y="165100"/>
                </a:lnTo>
                <a:lnTo>
                  <a:pt x="6807049" y="139700"/>
                </a:lnTo>
                <a:lnTo>
                  <a:pt x="6764734" y="127000"/>
                </a:lnTo>
                <a:lnTo>
                  <a:pt x="6721634" y="101600"/>
                </a:lnTo>
                <a:lnTo>
                  <a:pt x="6587974" y="63500"/>
                </a:lnTo>
                <a:lnTo>
                  <a:pt x="6542081" y="63500"/>
                </a:lnTo>
                <a:lnTo>
                  <a:pt x="6448493" y="38100"/>
                </a:lnTo>
                <a:lnTo>
                  <a:pt x="1276064" y="38100"/>
                </a:lnTo>
                <a:lnTo>
                  <a:pt x="1276064" y="12700"/>
                </a:lnTo>
                <a:lnTo>
                  <a:pt x="6538567" y="12700"/>
                </a:lnTo>
                <a:lnTo>
                  <a:pt x="6583876" y="25400"/>
                </a:lnTo>
                <a:lnTo>
                  <a:pt x="6758817" y="76200"/>
                </a:lnTo>
                <a:lnTo>
                  <a:pt x="6800825" y="101600"/>
                </a:lnTo>
                <a:lnTo>
                  <a:pt x="6842080" y="114300"/>
                </a:lnTo>
                <a:lnTo>
                  <a:pt x="6882551" y="139700"/>
                </a:lnTo>
                <a:lnTo>
                  <a:pt x="6922207" y="152400"/>
                </a:lnTo>
                <a:lnTo>
                  <a:pt x="6961019" y="177800"/>
                </a:lnTo>
                <a:lnTo>
                  <a:pt x="6998954" y="203200"/>
                </a:lnTo>
                <a:lnTo>
                  <a:pt x="7035982" y="228600"/>
                </a:lnTo>
                <a:lnTo>
                  <a:pt x="7072072" y="254000"/>
                </a:lnTo>
                <a:lnTo>
                  <a:pt x="7107193" y="279400"/>
                </a:lnTo>
                <a:lnTo>
                  <a:pt x="7141315" y="304800"/>
                </a:lnTo>
                <a:lnTo>
                  <a:pt x="7174406" y="342900"/>
                </a:lnTo>
                <a:lnTo>
                  <a:pt x="7206437" y="368300"/>
                </a:lnTo>
                <a:lnTo>
                  <a:pt x="7237375" y="406400"/>
                </a:lnTo>
                <a:lnTo>
                  <a:pt x="7267190" y="431800"/>
                </a:lnTo>
                <a:lnTo>
                  <a:pt x="7295851" y="469900"/>
                </a:lnTo>
                <a:lnTo>
                  <a:pt x="7323328" y="508000"/>
                </a:lnTo>
                <a:lnTo>
                  <a:pt x="7349590" y="546100"/>
                </a:lnTo>
                <a:lnTo>
                  <a:pt x="7374605" y="584200"/>
                </a:lnTo>
                <a:lnTo>
                  <a:pt x="7398343" y="622300"/>
                </a:lnTo>
                <a:lnTo>
                  <a:pt x="7420773" y="660400"/>
                </a:lnTo>
                <a:lnTo>
                  <a:pt x="7441864" y="698500"/>
                </a:lnTo>
                <a:lnTo>
                  <a:pt x="7461585" y="736600"/>
                </a:lnTo>
                <a:lnTo>
                  <a:pt x="7479906" y="774700"/>
                </a:lnTo>
                <a:lnTo>
                  <a:pt x="7496796" y="812800"/>
                </a:lnTo>
                <a:lnTo>
                  <a:pt x="7512224" y="863600"/>
                </a:lnTo>
                <a:lnTo>
                  <a:pt x="7526158" y="901700"/>
                </a:lnTo>
                <a:lnTo>
                  <a:pt x="7538569" y="952500"/>
                </a:lnTo>
                <a:lnTo>
                  <a:pt x="7549425" y="990600"/>
                </a:lnTo>
                <a:lnTo>
                  <a:pt x="7558695" y="1041400"/>
                </a:lnTo>
                <a:lnTo>
                  <a:pt x="7566349" y="1079500"/>
                </a:lnTo>
                <a:lnTo>
                  <a:pt x="7572356" y="1130300"/>
                </a:lnTo>
                <a:lnTo>
                  <a:pt x="7576685" y="1181100"/>
                </a:lnTo>
                <a:lnTo>
                  <a:pt x="7579305" y="1231900"/>
                </a:lnTo>
                <a:lnTo>
                  <a:pt x="7579492" y="1231900"/>
                </a:lnTo>
                <a:lnTo>
                  <a:pt x="7579492" y="7632700"/>
                </a:lnTo>
                <a:lnTo>
                  <a:pt x="7579305" y="7645400"/>
                </a:lnTo>
                <a:lnTo>
                  <a:pt x="7576685" y="7683500"/>
                </a:lnTo>
                <a:lnTo>
                  <a:pt x="7572356" y="7734300"/>
                </a:lnTo>
                <a:lnTo>
                  <a:pt x="7566349" y="7785100"/>
                </a:lnTo>
                <a:lnTo>
                  <a:pt x="7558695" y="7823200"/>
                </a:lnTo>
                <a:lnTo>
                  <a:pt x="7549425" y="7874000"/>
                </a:lnTo>
                <a:lnTo>
                  <a:pt x="7538569" y="7924800"/>
                </a:lnTo>
                <a:lnTo>
                  <a:pt x="7526158" y="7962900"/>
                </a:lnTo>
                <a:lnTo>
                  <a:pt x="7512224" y="8001000"/>
                </a:lnTo>
                <a:lnTo>
                  <a:pt x="7496796" y="8051800"/>
                </a:lnTo>
                <a:lnTo>
                  <a:pt x="7479906" y="8089900"/>
                </a:lnTo>
                <a:lnTo>
                  <a:pt x="7461585" y="8128000"/>
                </a:lnTo>
                <a:lnTo>
                  <a:pt x="7441864" y="8178800"/>
                </a:lnTo>
                <a:lnTo>
                  <a:pt x="7420773" y="8216900"/>
                </a:lnTo>
                <a:lnTo>
                  <a:pt x="7398343" y="8255000"/>
                </a:lnTo>
                <a:lnTo>
                  <a:pt x="7374605" y="8293100"/>
                </a:lnTo>
                <a:lnTo>
                  <a:pt x="7349590" y="8331200"/>
                </a:lnTo>
                <a:lnTo>
                  <a:pt x="7323328" y="8356600"/>
                </a:lnTo>
                <a:lnTo>
                  <a:pt x="7295851" y="8394700"/>
                </a:lnTo>
                <a:lnTo>
                  <a:pt x="7267190" y="8432800"/>
                </a:lnTo>
                <a:lnTo>
                  <a:pt x="7237375" y="8470900"/>
                </a:lnTo>
                <a:lnTo>
                  <a:pt x="7206437" y="8496300"/>
                </a:lnTo>
                <a:lnTo>
                  <a:pt x="7174406" y="8521700"/>
                </a:lnTo>
                <a:lnTo>
                  <a:pt x="7141315" y="8559800"/>
                </a:lnTo>
                <a:lnTo>
                  <a:pt x="7107193" y="8585200"/>
                </a:lnTo>
                <a:lnTo>
                  <a:pt x="7072072" y="8610600"/>
                </a:lnTo>
                <a:lnTo>
                  <a:pt x="7035982" y="8636000"/>
                </a:lnTo>
                <a:lnTo>
                  <a:pt x="6998954" y="8661400"/>
                </a:lnTo>
                <a:lnTo>
                  <a:pt x="6961019" y="8686800"/>
                </a:lnTo>
                <a:lnTo>
                  <a:pt x="6922207" y="8712200"/>
                </a:lnTo>
                <a:lnTo>
                  <a:pt x="6882551" y="8737600"/>
                </a:lnTo>
                <a:lnTo>
                  <a:pt x="6842080" y="8750300"/>
                </a:lnTo>
                <a:lnTo>
                  <a:pt x="6800825" y="8775700"/>
                </a:lnTo>
                <a:lnTo>
                  <a:pt x="6758817" y="8788400"/>
                </a:lnTo>
                <a:lnTo>
                  <a:pt x="6583876" y="8839200"/>
                </a:lnTo>
                <a:close/>
              </a:path>
              <a:path w="7579994" h="8864600">
                <a:moveTo>
                  <a:pt x="1276064" y="8864600"/>
                </a:moveTo>
                <a:lnTo>
                  <a:pt x="1133909" y="8864600"/>
                </a:lnTo>
                <a:lnTo>
                  <a:pt x="1087496" y="8851900"/>
                </a:lnTo>
                <a:lnTo>
                  <a:pt x="1276064" y="8851900"/>
                </a:lnTo>
                <a:lnTo>
                  <a:pt x="1276064" y="8864600"/>
                </a:lnTo>
                <a:close/>
              </a:path>
              <a:path w="7579994" h="8864600">
                <a:moveTo>
                  <a:pt x="6304121" y="8864600"/>
                </a:moveTo>
                <a:lnTo>
                  <a:pt x="1276064" y="8864600"/>
                </a:lnTo>
                <a:lnTo>
                  <a:pt x="1276064" y="8851900"/>
                </a:lnTo>
                <a:lnTo>
                  <a:pt x="6304121" y="8851900"/>
                </a:lnTo>
                <a:lnTo>
                  <a:pt x="6304121" y="8864600"/>
                </a:lnTo>
                <a:close/>
              </a:path>
              <a:path w="7579994" h="8864600">
                <a:moveTo>
                  <a:pt x="6446276" y="8864600"/>
                </a:moveTo>
                <a:lnTo>
                  <a:pt x="6304121" y="8864600"/>
                </a:lnTo>
                <a:lnTo>
                  <a:pt x="6304121" y="8851900"/>
                </a:lnTo>
                <a:lnTo>
                  <a:pt x="6492690" y="8851900"/>
                </a:lnTo>
                <a:lnTo>
                  <a:pt x="6446276" y="88646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40014" y="9774237"/>
            <a:ext cx="4457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8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09239" y="9819375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mbria"/>
                <a:cs typeface="Cambria"/>
              </a:rPr>
              <a:t>1/8/2026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949" rIns="0" bIns="0" rtlCol="0">
            <a:spAutoFit/>
          </a:bodyPr>
          <a:lstStyle/>
          <a:p>
            <a:pPr marL="587375" marR="5080">
              <a:lnSpc>
                <a:spcPct val="1441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40" dirty="0"/>
              <a:t> </a:t>
            </a:r>
            <a:r>
              <a:rPr spc="-10" dirty="0"/>
              <a:t>Contribution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User</a:t>
            </a:r>
            <a:r>
              <a:rPr spc="-35" dirty="0"/>
              <a:t> </a:t>
            </a:r>
            <a:r>
              <a:rPr spc="-10" dirty="0"/>
              <a:t>Feedback </a:t>
            </a:r>
            <a:r>
              <a:rPr dirty="0">
                <a:solidFill>
                  <a:srgbClr val="03495C"/>
                </a:solidFill>
              </a:rPr>
              <a:t>Design</a:t>
            </a:r>
            <a:r>
              <a:rPr spc="-45" dirty="0">
                <a:solidFill>
                  <a:srgbClr val="03495C"/>
                </a:solidFill>
              </a:rPr>
              <a:t> </a:t>
            </a:r>
            <a:r>
              <a:rPr dirty="0">
                <a:solidFill>
                  <a:srgbClr val="03495C"/>
                </a:solidFill>
              </a:rPr>
              <a:t>Excellence</a:t>
            </a:r>
            <a:r>
              <a:rPr spc="-45" dirty="0">
                <a:solidFill>
                  <a:srgbClr val="03495C"/>
                </a:solidFill>
              </a:rPr>
              <a:t> </a:t>
            </a:r>
            <a:r>
              <a:rPr dirty="0">
                <a:solidFill>
                  <a:srgbClr val="03495C"/>
                </a:solidFill>
              </a:rPr>
              <a:t>/</a:t>
            </a:r>
            <a:r>
              <a:rPr spc="-45" dirty="0">
                <a:solidFill>
                  <a:srgbClr val="03495C"/>
                </a:solidFill>
              </a:rPr>
              <a:t> </a:t>
            </a:r>
            <a:r>
              <a:rPr spc="-10" dirty="0">
                <a:solidFill>
                  <a:srgbClr val="03495C"/>
                </a:solidFill>
              </a:rPr>
              <a:t>Contribution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234234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2751924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3161499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3571074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3980649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5288498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6107648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6926798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7336373"/>
            <a:ext cx="85725" cy="857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2717" y="8155523"/>
            <a:ext cx="85725" cy="8572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07439" y="2120100"/>
            <a:ext cx="12096750" cy="665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>
              <a:lnSpc>
                <a:spcPts val="3235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Fusion-based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price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prediction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model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improving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accuracy.</a:t>
            </a:r>
            <a:endParaRPr sz="2700" dirty="0">
              <a:latin typeface="Calibri"/>
              <a:cs typeface="Calibri"/>
            </a:endParaRPr>
          </a:p>
          <a:p>
            <a:pPr marL="455930" marR="1031875">
              <a:lnSpc>
                <a:spcPts val="3229"/>
              </a:lnSpc>
              <a:spcBef>
                <a:spcPts val="105"/>
              </a:spcBef>
            </a:pPr>
            <a:r>
              <a:rPr sz="2700" dirty="0">
                <a:latin typeface="Calibri"/>
                <a:cs typeface="Calibri"/>
              </a:rPr>
              <a:t>Unified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market analysis and price forecasting system for </a:t>
            </a:r>
            <a:r>
              <a:rPr sz="2700" dirty="0" err="1">
                <a:latin typeface="Calibri"/>
                <a:cs typeface="Calibri"/>
              </a:rPr>
              <a:t>anthurium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farming. </a:t>
            </a:r>
            <a:r>
              <a:rPr sz="2700" dirty="0">
                <a:latin typeface="Calibri"/>
                <a:cs typeface="Calibri"/>
              </a:rPr>
              <a:t>Sustainability-aware market intelligence and trend </a:t>
            </a:r>
            <a:r>
              <a:rPr sz="2700" spc="-10" dirty="0">
                <a:latin typeface="Calibri"/>
                <a:cs typeface="Calibri"/>
              </a:rPr>
              <a:t>index.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105"/>
              </a:lnSpc>
            </a:pPr>
            <a:r>
              <a:rPr sz="2700" dirty="0">
                <a:latin typeface="Calibri"/>
                <a:cs typeface="Calibri"/>
              </a:rPr>
              <a:t>Farmer-friendly recommendations with high </a:t>
            </a:r>
            <a:r>
              <a:rPr sz="2700" spc="-10" dirty="0">
                <a:latin typeface="Calibri"/>
                <a:cs typeface="Calibri"/>
              </a:rPr>
              <a:t>interpretability.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229"/>
              </a:lnSpc>
            </a:pPr>
            <a:r>
              <a:rPr sz="2700" dirty="0">
                <a:latin typeface="Calibri"/>
                <a:cs typeface="Calibri"/>
              </a:rPr>
              <a:t>Scalable design adaptable to future crops and </a:t>
            </a:r>
            <a:r>
              <a:rPr sz="2700" spc="-10" dirty="0">
                <a:latin typeface="Calibri"/>
                <a:cs typeface="Calibri"/>
              </a:rPr>
              <a:t>markets.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User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Feedback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on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03495C"/>
                </a:solidFill>
                <a:latin typeface="Cambria"/>
                <a:cs typeface="Cambria"/>
              </a:rPr>
              <a:t>Prototype</a:t>
            </a:r>
            <a:endParaRPr sz="2700" dirty="0">
              <a:latin typeface="Cambria"/>
              <a:cs typeface="Cambria"/>
            </a:endParaRPr>
          </a:p>
          <a:p>
            <a:pPr marL="455930" marR="232410">
              <a:lnSpc>
                <a:spcPts val="3229"/>
              </a:lnSpc>
              <a:spcBef>
                <a:spcPts val="935"/>
              </a:spcBef>
            </a:pPr>
            <a:r>
              <a:rPr sz="2700" dirty="0">
                <a:latin typeface="Calibri"/>
                <a:cs typeface="Calibri"/>
              </a:rPr>
              <a:t>Dashboard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visualizations are easy to understand and help farmers make </a:t>
            </a:r>
            <a:r>
              <a:rPr sz="2700" spc="-10" dirty="0">
                <a:latin typeface="Calibri"/>
                <a:cs typeface="Calibri"/>
              </a:rPr>
              <a:t>informed </a:t>
            </a:r>
            <a:r>
              <a:rPr sz="2700" dirty="0">
                <a:latin typeface="Calibri"/>
                <a:cs typeface="Calibri"/>
              </a:rPr>
              <a:t>decisions without </a:t>
            </a:r>
            <a:r>
              <a:rPr sz="2700" spc="-10" dirty="0">
                <a:latin typeface="Calibri"/>
                <a:cs typeface="Calibri"/>
              </a:rPr>
              <a:t>guesswork.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105"/>
              </a:lnSpc>
            </a:pPr>
            <a:r>
              <a:rPr sz="2700" dirty="0">
                <a:latin typeface="Calibri"/>
                <a:cs typeface="Calibri"/>
              </a:rPr>
              <a:t>Fusion-based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predictions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outperform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single-algorithm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models,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giving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confidence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225"/>
              </a:lnSpc>
            </a:pPr>
            <a:r>
              <a:rPr sz="2700" dirty="0">
                <a:latin typeface="Calibri"/>
                <a:cs typeface="Calibri"/>
              </a:rPr>
              <a:t>in planning and sales </a:t>
            </a:r>
            <a:r>
              <a:rPr sz="2700" spc="-10" dirty="0">
                <a:latin typeface="Calibri"/>
                <a:cs typeface="Calibri"/>
              </a:rPr>
              <a:t>strategies.</a:t>
            </a:r>
            <a:endParaRPr sz="2700" dirty="0">
              <a:latin typeface="Calibri"/>
              <a:cs typeface="Calibri"/>
            </a:endParaRPr>
          </a:p>
          <a:p>
            <a:pPr marL="455930" marR="321310">
              <a:lnSpc>
                <a:spcPts val="3229"/>
              </a:lnSpc>
              <a:spcBef>
                <a:spcPts val="110"/>
              </a:spcBef>
            </a:pPr>
            <a:r>
              <a:rPr sz="2700" dirty="0">
                <a:latin typeface="Calibri"/>
                <a:cs typeface="Calibri"/>
              </a:rPr>
              <a:t>Can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identify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optimal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selling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times,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reducing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losses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maximizing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revenue. </a:t>
            </a:r>
            <a:r>
              <a:rPr sz="2700" dirty="0">
                <a:latin typeface="Calibri"/>
                <a:cs typeface="Calibri"/>
              </a:rPr>
              <a:t>Continuous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market index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tracking allows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early detection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 price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fluctuations </a:t>
            </a:r>
            <a:r>
              <a:rPr sz="2700" spc="-25" dirty="0">
                <a:latin typeface="Calibri"/>
                <a:cs typeface="Calibri"/>
              </a:rPr>
              <a:t>and </a:t>
            </a:r>
            <a:r>
              <a:rPr sz="2700" dirty="0">
                <a:latin typeface="Calibri"/>
                <a:cs typeface="Calibri"/>
              </a:rPr>
              <a:t>emerging demand </a:t>
            </a:r>
            <a:r>
              <a:rPr sz="2700" spc="-10" dirty="0">
                <a:latin typeface="Calibri"/>
                <a:cs typeface="Calibri"/>
              </a:rPr>
              <a:t>patterns.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100"/>
              </a:lnSpc>
            </a:pPr>
            <a:r>
              <a:rPr sz="2700" dirty="0">
                <a:latin typeface="Calibri"/>
                <a:cs typeface="Calibri"/>
              </a:rPr>
              <a:t>Intuitive interface and visualizations enable non-technical users to access </a:t>
            </a:r>
            <a:r>
              <a:rPr sz="2700" spc="-10" dirty="0">
                <a:latin typeface="Calibri"/>
                <a:cs typeface="Calibri"/>
              </a:rPr>
              <a:t>advanced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235"/>
              </a:lnSpc>
            </a:pPr>
            <a:r>
              <a:rPr sz="2700" dirty="0">
                <a:latin typeface="Calibri"/>
                <a:cs typeface="Calibri"/>
              </a:rPr>
              <a:t>analytics quickly and </a:t>
            </a:r>
            <a:r>
              <a:rPr sz="2700" spc="-10" dirty="0">
                <a:latin typeface="Calibri"/>
                <a:cs typeface="Calibri"/>
              </a:rPr>
              <a:t>easily.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72960" y="9725935"/>
            <a:ext cx="39262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mbria"/>
                <a:cs typeface="Cambria"/>
              </a:rPr>
              <a:t>IT22117564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|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Peiris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W.V.D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86473" y="9624694"/>
            <a:ext cx="54633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700" spc="-1120" dirty="0" smtClean="0">
                <a:latin typeface="Tahoma"/>
                <a:cs typeface="Tahoma"/>
              </a:rPr>
              <a:t>&lt;9&gt;</a:t>
            </a:r>
            <a:endParaRPr sz="27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5374"/>
            <a:ext cx="4276725" cy="10231755"/>
            <a:chOff x="0" y="55374"/>
            <a:chExt cx="4276725" cy="102317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55383"/>
              <a:ext cx="4276725" cy="9953625"/>
            </a:xfrm>
            <a:custGeom>
              <a:avLst/>
              <a:gdLst/>
              <a:ahLst/>
              <a:cxnLst/>
              <a:rect l="l" t="t" r="r" b="b"/>
              <a:pathLst>
                <a:path w="4276725" h="9953625">
                  <a:moveTo>
                    <a:pt x="2124265" y="9953396"/>
                  </a:moveTo>
                  <a:lnTo>
                    <a:pt x="2014931" y="9728568"/>
                  </a:lnTo>
                  <a:lnTo>
                    <a:pt x="1971598" y="9638436"/>
                  </a:lnTo>
                  <a:lnTo>
                    <a:pt x="1928660" y="9548101"/>
                  </a:lnTo>
                  <a:lnTo>
                    <a:pt x="1886229" y="9457525"/>
                  </a:lnTo>
                  <a:lnTo>
                    <a:pt x="1865236" y="9412122"/>
                  </a:lnTo>
                  <a:lnTo>
                    <a:pt x="1844421" y="9366631"/>
                  </a:lnTo>
                  <a:lnTo>
                    <a:pt x="1823783" y="9321051"/>
                  </a:lnTo>
                  <a:lnTo>
                    <a:pt x="1803361" y="9275369"/>
                  </a:lnTo>
                  <a:lnTo>
                    <a:pt x="1783143" y="9229585"/>
                  </a:lnTo>
                  <a:lnTo>
                    <a:pt x="1763153" y="9183687"/>
                  </a:lnTo>
                  <a:lnTo>
                    <a:pt x="1743405" y="9137675"/>
                  </a:lnTo>
                  <a:lnTo>
                    <a:pt x="1702117" y="9046273"/>
                  </a:lnTo>
                  <a:lnTo>
                    <a:pt x="1661363" y="8954618"/>
                  </a:lnTo>
                  <a:lnTo>
                    <a:pt x="1621142" y="8862708"/>
                  </a:lnTo>
                  <a:lnTo>
                    <a:pt x="1581454" y="8770518"/>
                  </a:lnTo>
                  <a:lnTo>
                    <a:pt x="1542300" y="8678075"/>
                  </a:lnTo>
                  <a:lnTo>
                    <a:pt x="1503680" y="8585365"/>
                  </a:lnTo>
                  <a:lnTo>
                    <a:pt x="1465592" y="8492376"/>
                  </a:lnTo>
                  <a:lnTo>
                    <a:pt x="1428038" y="8399145"/>
                  </a:lnTo>
                  <a:lnTo>
                    <a:pt x="1391005" y="8305635"/>
                  </a:lnTo>
                  <a:lnTo>
                    <a:pt x="1354518" y="8211858"/>
                  </a:lnTo>
                  <a:lnTo>
                    <a:pt x="1318552" y="8117814"/>
                  </a:lnTo>
                  <a:lnTo>
                    <a:pt x="1283119" y="8023504"/>
                  </a:lnTo>
                  <a:lnTo>
                    <a:pt x="1265605" y="7976260"/>
                  </a:lnTo>
                  <a:lnTo>
                    <a:pt x="1250238" y="7939760"/>
                  </a:lnTo>
                  <a:lnTo>
                    <a:pt x="1235405" y="7902702"/>
                  </a:lnTo>
                  <a:lnTo>
                    <a:pt x="1221879" y="7864361"/>
                  </a:lnTo>
                  <a:lnTo>
                    <a:pt x="1210271" y="7824114"/>
                  </a:lnTo>
                  <a:lnTo>
                    <a:pt x="1210271" y="7824406"/>
                  </a:lnTo>
                  <a:lnTo>
                    <a:pt x="1204214" y="7810944"/>
                  </a:lnTo>
                  <a:lnTo>
                    <a:pt x="1204214" y="8005267"/>
                  </a:lnTo>
                  <a:lnTo>
                    <a:pt x="1203286" y="7997545"/>
                  </a:lnTo>
                  <a:lnTo>
                    <a:pt x="1204214" y="8005267"/>
                  </a:lnTo>
                  <a:lnTo>
                    <a:pt x="1204214" y="7810944"/>
                  </a:lnTo>
                  <a:lnTo>
                    <a:pt x="1195755" y="7792123"/>
                  </a:lnTo>
                  <a:lnTo>
                    <a:pt x="1183182" y="7758570"/>
                  </a:lnTo>
                  <a:lnTo>
                    <a:pt x="1171930" y="7725003"/>
                  </a:lnTo>
                  <a:lnTo>
                    <a:pt x="1162443" y="7696213"/>
                  </a:lnTo>
                  <a:lnTo>
                    <a:pt x="1162837" y="7691869"/>
                  </a:lnTo>
                  <a:lnTo>
                    <a:pt x="1128064" y="7597851"/>
                  </a:lnTo>
                  <a:lnTo>
                    <a:pt x="1093749" y="7503414"/>
                  </a:lnTo>
                  <a:lnTo>
                    <a:pt x="1059891" y="7408608"/>
                  </a:lnTo>
                  <a:lnTo>
                    <a:pt x="1026502" y="7313485"/>
                  </a:lnTo>
                  <a:lnTo>
                    <a:pt x="993571" y="7218108"/>
                  </a:lnTo>
                  <a:lnTo>
                    <a:pt x="961097" y="7122515"/>
                  </a:lnTo>
                  <a:lnTo>
                    <a:pt x="929081" y="7026757"/>
                  </a:lnTo>
                  <a:lnTo>
                    <a:pt x="897521" y="6930872"/>
                  </a:lnTo>
                  <a:lnTo>
                    <a:pt x="866419" y="6834924"/>
                  </a:lnTo>
                  <a:lnTo>
                    <a:pt x="804405" y="6642138"/>
                  </a:lnTo>
                  <a:lnTo>
                    <a:pt x="773836" y="6545427"/>
                  </a:lnTo>
                  <a:lnTo>
                    <a:pt x="743661" y="6448603"/>
                  </a:lnTo>
                  <a:lnTo>
                    <a:pt x="713892" y="6351638"/>
                  </a:lnTo>
                  <a:lnTo>
                    <a:pt x="684504" y="6254547"/>
                  </a:lnTo>
                  <a:lnTo>
                    <a:pt x="655510" y="6157341"/>
                  </a:lnTo>
                  <a:lnTo>
                    <a:pt x="626884" y="6060008"/>
                  </a:lnTo>
                  <a:lnTo>
                    <a:pt x="598639" y="5962561"/>
                  </a:lnTo>
                  <a:lnTo>
                    <a:pt x="556958" y="5816181"/>
                  </a:lnTo>
                  <a:lnTo>
                    <a:pt x="516077" y="5669546"/>
                  </a:lnTo>
                  <a:lnTo>
                    <a:pt x="475996" y="5522684"/>
                  </a:lnTo>
                  <a:lnTo>
                    <a:pt x="436676" y="5375580"/>
                  </a:lnTo>
                  <a:lnTo>
                    <a:pt x="398119" y="5228272"/>
                  </a:lnTo>
                  <a:lnTo>
                    <a:pt x="360286" y="5080749"/>
                  </a:lnTo>
                  <a:lnTo>
                    <a:pt x="323164" y="4933035"/>
                  </a:lnTo>
                  <a:lnTo>
                    <a:pt x="286740" y="4785118"/>
                  </a:lnTo>
                  <a:lnTo>
                    <a:pt x="250990" y="4637036"/>
                  </a:lnTo>
                  <a:lnTo>
                    <a:pt x="215887" y="4488777"/>
                  </a:lnTo>
                  <a:lnTo>
                    <a:pt x="193865" y="4394225"/>
                  </a:lnTo>
                  <a:lnTo>
                    <a:pt x="193421" y="4389653"/>
                  </a:lnTo>
                  <a:lnTo>
                    <a:pt x="192760" y="4389005"/>
                  </a:lnTo>
                  <a:lnTo>
                    <a:pt x="187667" y="4338307"/>
                  </a:lnTo>
                  <a:lnTo>
                    <a:pt x="182473" y="4287240"/>
                  </a:lnTo>
                  <a:lnTo>
                    <a:pt x="161696" y="4084586"/>
                  </a:lnTo>
                  <a:lnTo>
                    <a:pt x="156502" y="4033532"/>
                  </a:lnTo>
                  <a:lnTo>
                    <a:pt x="151320" y="3981983"/>
                  </a:lnTo>
                  <a:lnTo>
                    <a:pt x="147408" y="3931615"/>
                  </a:lnTo>
                  <a:lnTo>
                    <a:pt x="143598" y="3881247"/>
                  </a:lnTo>
                  <a:lnTo>
                    <a:pt x="139877" y="3830866"/>
                  </a:lnTo>
                  <a:lnTo>
                    <a:pt x="136245" y="3780498"/>
                  </a:lnTo>
                  <a:lnTo>
                    <a:pt x="132702" y="3730117"/>
                  </a:lnTo>
                  <a:lnTo>
                    <a:pt x="129273" y="3679748"/>
                  </a:lnTo>
                  <a:lnTo>
                    <a:pt x="125920" y="3629368"/>
                  </a:lnTo>
                  <a:lnTo>
                    <a:pt x="122669" y="3578974"/>
                  </a:lnTo>
                  <a:lnTo>
                    <a:pt x="119507" y="3528593"/>
                  </a:lnTo>
                  <a:lnTo>
                    <a:pt x="116446" y="3478199"/>
                  </a:lnTo>
                  <a:lnTo>
                    <a:pt x="113474" y="3427793"/>
                  </a:lnTo>
                  <a:lnTo>
                    <a:pt x="110604" y="3377400"/>
                  </a:lnTo>
                  <a:lnTo>
                    <a:pt x="107823" y="3326981"/>
                  </a:lnTo>
                  <a:lnTo>
                    <a:pt x="105130" y="3276562"/>
                  </a:lnTo>
                  <a:lnTo>
                    <a:pt x="102539" y="3226143"/>
                  </a:lnTo>
                  <a:lnTo>
                    <a:pt x="100050" y="3175698"/>
                  </a:lnTo>
                  <a:lnTo>
                    <a:pt x="97637" y="3125266"/>
                  </a:lnTo>
                  <a:lnTo>
                    <a:pt x="95326" y="3074809"/>
                  </a:lnTo>
                  <a:lnTo>
                    <a:pt x="93116" y="3024352"/>
                  </a:lnTo>
                  <a:lnTo>
                    <a:pt x="90995" y="2973870"/>
                  </a:lnTo>
                  <a:lnTo>
                    <a:pt x="88963" y="2923387"/>
                  </a:lnTo>
                  <a:lnTo>
                    <a:pt x="87033" y="2872892"/>
                  </a:lnTo>
                  <a:lnTo>
                    <a:pt x="85204" y="2822384"/>
                  </a:lnTo>
                  <a:lnTo>
                    <a:pt x="83451" y="2771864"/>
                  </a:lnTo>
                  <a:lnTo>
                    <a:pt x="81800" y="2721330"/>
                  </a:lnTo>
                  <a:lnTo>
                    <a:pt x="80251" y="2670784"/>
                  </a:lnTo>
                  <a:lnTo>
                    <a:pt x="78790" y="2620226"/>
                  </a:lnTo>
                  <a:lnTo>
                    <a:pt x="77419" y="2569641"/>
                  </a:lnTo>
                  <a:lnTo>
                    <a:pt x="76149" y="2519045"/>
                  </a:lnTo>
                  <a:lnTo>
                    <a:pt x="74968" y="2468435"/>
                  </a:lnTo>
                  <a:lnTo>
                    <a:pt x="73888" y="2417813"/>
                  </a:lnTo>
                  <a:lnTo>
                    <a:pt x="72898" y="2367165"/>
                  </a:lnTo>
                  <a:lnTo>
                    <a:pt x="71996" y="2316505"/>
                  </a:lnTo>
                  <a:lnTo>
                    <a:pt x="71196" y="2265832"/>
                  </a:lnTo>
                  <a:lnTo>
                    <a:pt x="70497" y="2215134"/>
                  </a:lnTo>
                  <a:lnTo>
                    <a:pt x="69875" y="2164410"/>
                  </a:lnTo>
                  <a:lnTo>
                    <a:pt x="69367" y="2113673"/>
                  </a:lnTo>
                  <a:lnTo>
                    <a:pt x="68935" y="2062911"/>
                  </a:lnTo>
                  <a:lnTo>
                    <a:pt x="68605" y="2012137"/>
                  </a:lnTo>
                  <a:lnTo>
                    <a:pt x="68376" y="1961324"/>
                  </a:lnTo>
                  <a:lnTo>
                    <a:pt x="68224" y="1910499"/>
                  </a:lnTo>
                  <a:lnTo>
                    <a:pt x="68186" y="1859648"/>
                  </a:lnTo>
                  <a:lnTo>
                    <a:pt x="68783" y="1809203"/>
                  </a:lnTo>
                  <a:lnTo>
                    <a:pt x="69430" y="1758759"/>
                  </a:lnTo>
                  <a:lnTo>
                    <a:pt x="70154" y="1708315"/>
                  </a:lnTo>
                  <a:lnTo>
                    <a:pt x="70929" y="1657883"/>
                  </a:lnTo>
                  <a:lnTo>
                    <a:pt x="71780" y="1607439"/>
                  </a:lnTo>
                  <a:lnTo>
                    <a:pt x="72694" y="1557007"/>
                  </a:lnTo>
                  <a:lnTo>
                    <a:pt x="73672" y="1506575"/>
                  </a:lnTo>
                  <a:lnTo>
                    <a:pt x="74714" y="1456156"/>
                  </a:lnTo>
                  <a:lnTo>
                    <a:pt x="75831" y="1405737"/>
                  </a:lnTo>
                  <a:lnTo>
                    <a:pt x="77012" y="1355331"/>
                  </a:lnTo>
                  <a:lnTo>
                    <a:pt x="78257" y="1304925"/>
                  </a:lnTo>
                  <a:lnTo>
                    <a:pt x="79578" y="1254531"/>
                  </a:lnTo>
                  <a:lnTo>
                    <a:pt x="80975" y="1204150"/>
                  </a:lnTo>
                  <a:lnTo>
                    <a:pt x="82435" y="1153782"/>
                  </a:lnTo>
                  <a:lnTo>
                    <a:pt x="83972" y="1103414"/>
                  </a:lnTo>
                  <a:lnTo>
                    <a:pt x="85585" y="1053071"/>
                  </a:lnTo>
                  <a:lnTo>
                    <a:pt x="87274" y="1002728"/>
                  </a:lnTo>
                  <a:lnTo>
                    <a:pt x="89027" y="952411"/>
                  </a:lnTo>
                  <a:lnTo>
                    <a:pt x="90855" y="902106"/>
                  </a:lnTo>
                  <a:lnTo>
                    <a:pt x="92773" y="851814"/>
                  </a:lnTo>
                  <a:lnTo>
                    <a:pt x="94754" y="801535"/>
                  </a:lnTo>
                  <a:lnTo>
                    <a:pt x="96812" y="751281"/>
                  </a:lnTo>
                  <a:lnTo>
                    <a:pt x="98831" y="704037"/>
                  </a:lnTo>
                  <a:lnTo>
                    <a:pt x="101041" y="653859"/>
                  </a:lnTo>
                  <a:lnTo>
                    <a:pt x="103339" y="603656"/>
                  </a:lnTo>
                  <a:lnTo>
                    <a:pt x="105714" y="553453"/>
                  </a:lnTo>
                  <a:lnTo>
                    <a:pt x="108165" y="503224"/>
                  </a:lnTo>
                  <a:lnTo>
                    <a:pt x="110705" y="452996"/>
                  </a:lnTo>
                  <a:lnTo>
                    <a:pt x="113322" y="402742"/>
                  </a:lnTo>
                  <a:lnTo>
                    <a:pt x="116039" y="352475"/>
                  </a:lnTo>
                  <a:lnTo>
                    <a:pt x="118833" y="302196"/>
                  </a:lnTo>
                  <a:lnTo>
                    <a:pt x="121831" y="249809"/>
                  </a:lnTo>
                  <a:lnTo>
                    <a:pt x="124777" y="199796"/>
                  </a:lnTo>
                  <a:lnTo>
                    <a:pt x="127812" y="149796"/>
                  </a:lnTo>
                  <a:lnTo>
                    <a:pt x="130937" y="99834"/>
                  </a:lnTo>
                  <a:lnTo>
                    <a:pt x="134137" y="49898"/>
                  </a:lnTo>
                  <a:lnTo>
                    <a:pt x="137426" y="0"/>
                  </a:lnTo>
                  <a:lnTo>
                    <a:pt x="116662" y="0"/>
                  </a:lnTo>
                  <a:lnTo>
                    <a:pt x="112750" y="50431"/>
                  </a:lnTo>
                  <a:lnTo>
                    <a:pt x="108966" y="100825"/>
                  </a:lnTo>
                  <a:lnTo>
                    <a:pt x="105308" y="151206"/>
                  </a:lnTo>
                  <a:lnTo>
                    <a:pt x="101765" y="201561"/>
                  </a:lnTo>
                  <a:lnTo>
                    <a:pt x="98488" y="249809"/>
                  </a:lnTo>
                  <a:lnTo>
                    <a:pt x="95199" y="299847"/>
                  </a:lnTo>
                  <a:lnTo>
                    <a:pt x="92024" y="349923"/>
                  </a:lnTo>
                  <a:lnTo>
                    <a:pt x="88963" y="400011"/>
                  </a:lnTo>
                  <a:lnTo>
                    <a:pt x="86004" y="450126"/>
                  </a:lnTo>
                  <a:lnTo>
                    <a:pt x="83159" y="500265"/>
                  </a:lnTo>
                  <a:lnTo>
                    <a:pt x="80403" y="550430"/>
                  </a:lnTo>
                  <a:lnTo>
                    <a:pt x="77762" y="600608"/>
                  </a:lnTo>
                  <a:lnTo>
                    <a:pt x="75222" y="650811"/>
                  </a:lnTo>
                  <a:lnTo>
                    <a:pt x="72783" y="701040"/>
                  </a:lnTo>
                  <a:lnTo>
                    <a:pt x="70434" y="751281"/>
                  </a:lnTo>
                  <a:lnTo>
                    <a:pt x="68072" y="804405"/>
                  </a:lnTo>
                  <a:lnTo>
                    <a:pt x="65925" y="854570"/>
                  </a:lnTo>
                  <a:lnTo>
                    <a:pt x="63881" y="904735"/>
                  </a:lnTo>
                  <a:lnTo>
                    <a:pt x="61925" y="954913"/>
                  </a:lnTo>
                  <a:lnTo>
                    <a:pt x="60058" y="1005078"/>
                  </a:lnTo>
                  <a:lnTo>
                    <a:pt x="58280" y="1055255"/>
                  </a:lnTo>
                  <a:lnTo>
                    <a:pt x="56591" y="1105420"/>
                  </a:lnTo>
                  <a:lnTo>
                    <a:pt x="54991" y="1155611"/>
                  </a:lnTo>
                  <a:lnTo>
                    <a:pt x="53467" y="1205801"/>
                  </a:lnTo>
                  <a:lnTo>
                    <a:pt x="52031" y="1255991"/>
                  </a:lnTo>
                  <a:lnTo>
                    <a:pt x="50660" y="1306207"/>
                  </a:lnTo>
                  <a:lnTo>
                    <a:pt x="49377" y="1356423"/>
                  </a:lnTo>
                  <a:lnTo>
                    <a:pt x="48171" y="1406652"/>
                  </a:lnTo>
                  <a:lnTo>
                    <a:pt x="47040" y="1456905"/>
                  </a:lnTo>
                  <a:lnTo>
                    <a:pt x="45986" y="1507172"/>
                  </a:lnTo>
                  <a:lnTo>
                    <a:pt x="44996" y="1557464"/>
                  </a:lnTo>
                  <a:lnTo>
                    <a:pt x="44069" y="1607769"/>
                  </a:lnTo>
                  <a:lnTo>
                    <a:pt x="43218" y="1658086"/>
                  </a:lnTo>
                  <a:lnTo>
                    <a:pt x="42443" y="1708315"/>
                  </a:lnTo>
                  <a:lnTo>
                    <a:pt x="41719" y="1758759"/>
                  </a:lnTo>
                  <a:lnTo>
                    <a:pt x="41059" y="1809203"/>
                  </a:lnTo>
                  <a:lnTo>
                    <a:pt x="40474" y="1859648"/>
                  </a:lnTo>
                  <a:lnTo>
                    <a:pt x="40017" y="1910499"/>
                  </a:lnTo>
                  <a:lnTo>
                    <a:pt x="39662" y="1961324"/>
                  </a:lnTo>
                  <a:lnTo>
                    <a:pt x="39408" y="2012137"/>
                  </a:lnTo>
                  <a:lnTo>
                    <a:pt x="39243" y="2062911"/>
                  </a:lnTo>
                  <a:lnTo>
                    <a:pt x="39331" y="2215134"/>
                  </a:lnTo>
                  <a:lnTo>
                    <a:pt x="39560" y="2265832"/>
                  </a:lnTo>
                  <a:lnTo>
                    <a:pt x="39890" y="2316505"/>
                  </a:lnTo>
                  <a:lnTo>
                    <a:pt x="40309" y="2367165"/>
                  </a:lnTo>
                  <a:lnTo>
                    <a:pt x="40830" y="2417953"/>
                  </a:lnTo>
                  <a:lnTo>
                    <a:pt x="41465" y="2468613"/>
                  </a:lnTo>
                  <a:lnTo>
                    <a:pt x="42189" y="2519273"/>
                  </a:lnTo>
                  <a:lnTo>
                    <a:pt x="43014" y="2569921"/>
                  </a:lnTo>
                  <a:lnTo>
                    <a:pt x="43942" y="2620556"/>
                  </a:lnTo>
                  <a:lnTo>
                    <a:pt x="44970" y="2671191"/>
                  </a:lnTo>
                  <a:lnTo>
                    <a:pt x="46113" y="2721826"/>
                  </a:lnTo>
                  <a:lnTo>
                    <a:pt x="47345" y="2772448"/>
                  </a:lnTo>
                  <a:lnTo>
                    <a:pt x="48691" y="2823057"/>
                  </a:lnTo>
                  <a:lnTo>
                    <a:pt x="50139" y="2873679"/>
                  </a:lnTo>
                  <a:lnTo>
                    <a:pt x="51701" y="2924289"/>
                  </a:lnTo>
                  <a:lnTo>
                    <a:pt x="53352" y="2974911"/>
                  </a:lnTo>
                  <a:lnTo>
                    <a:pt x="55118" y="3025521"/>
                  </a:lnTo>
                  <a:lnTo>
                    <a:pt x="56997" y="3076143"/>
                  </a:lnTo>
                  <a:lnTo>
                    <a:pt x="58978" y="3126765"/>
                  </a:lnTo>
                  <a:lnTo>
                    <a:pt x="61074" y="3177400"/>
                  </a:lnTo>
                  <a:lnTo>
                    <a:pt x="63271" y="3228022"/>
                  </a:lnTo>
                  <a:lnTo>
                    <a:pt x="65582" y="3278670"/>
                  </a:lnTo>
                  <a:lnTo>
                    <a:pt x="67995" y="3329317"/>
                  </a:lnTo>
                  <a:lnTo>
                    <a:pt x="70523" y="3379965"/>
                  </a:lnTo>
                  <a:lnTo>
                    <a:pt x="73164" y="3430638"/>
                  </a:lnTo>
                  <a:lnTo>
                    <a:pt x="75920" y="3481311"/>
                  </a:lnTo>
                  <a:lnTo>
                    <a:pt x="78778" y="3531997"/>
                  </a:lnTo>
                  <a:lnTo>
                    <a:pt x="81762" y="3582708"/>
                  </a:lnTo>
                  <a:lnTo>
                    <a:pt x="84848" y="3633419"/>
                  </a:lnTo>
                  <a:lnTo>
                    <a:pt x="88049" y="3684155"/>
                  </a:lnTo>
                  <a:lnTo>
                    <a:pt x="91376" y="3734905"/>
                  </a:lnTo>
                  <a:lnTo>
                    <a:pt x="94805" y="3785666"/>
                  </a:lnTo>
                  <a:lnTo>
                    <a:pt x="98361" y="3836454"/>
                  </a:lnTo>
                  <a:lnTo>
                    <a:pt x="102019" y="3887254"/>
                  </a:lnTo>
                  <a:lnTo>
                    <a:pt x="105803" y="3938079"/>
                  </a:lnTo>
                  <a:lnTo>
                    <a:pt x="109702" y="3988930"/>
                  </a:lnTo>
                  <a:lnTo>
                    <a:pt x="113728" y="4009656"/>
                  </a:lnTo>
                  <a:lnTo>
                    <a:pt x="115785" y="4030395"/>
                  </a:lnTo>
                  <a:lnTo>
                    <a:pt x="115900" y="4033532"/>
                  </a:lnTo>
                  <a:lnTo>
                    <a:pt x="116547" y="4051135"/>
                  </a:lnTo>
                  <a:lnTo>
                    <a:pt x="116649" y="4070299"/>
                  </a:lnTo>
                  <a:lnTo>
                    <a:pt x="105575" y="4021226"/>
                  </a:lnTo>
                  <a:lnTo>
                    <a:pt x="94767" y="3971798"/>
                  </a:lnTo>
                  <a:lnTo>
                    <a:pt x="84188" y="3922090"/>
                  </a:lnTo>
                  <a:lnTo>
                    <a:pt x="32410" y="3670427"/>
                  </a:lnTo>
                  <a:lnTo>
                    <a:pt x="21844" y="3619690"/>
                  </a:lnTo>
                  <a:lnTo>
                    <a:pt x="11049" y="3568877"/>
                  </a:lnTo>
                  <a:lnTo>
                    <a:pt x="0" y="3518039"/>
                  </a:lnTo>
                  <a:lnTo>
                    <a:pt x="0" y="3759682"/>
                  </a:lnTo>
                  <a:lnTo>
                    <a:pt x="10414" y="3809873"/>
                  </a:lnTo>
                  <a:lnTo>
                    <a:pt x="32042" y="3911015"/>
                  </a:lnTo>
                  <a:lnTo>
                    <a:pt x="54533" y="4013035"/>
                  </a:lnTo>
                  <a:lnTo>
                    <a:pt x="89458" y="4167251"/>
                  </a:lnTo>
                  <a:lnTo>
                    <a:pt x="137236" y="4374134"/>
                  </a:lnTo>
                  <a:lnTo>
                    <a:pt x="138404" y="4394847"/>
                  </a:lnTo>
                  <a:lnTo>
                    <a:pt x="141516" y="4415548"/>
                  </a:lnTo>
                  <a:lnTo>
                    <a:pt x="145910" y="4436262"/>
                  </a:lnTo>
                  <a:lnTo>
                    <a:pt x="150939" y="4456963"/>
                  </a:lnTo>
                  <a:lnTo>
                    <a:pt x="146100" y="4408068"/>
                  </a:lnTo>
                  <a:lnTo>
                    <a:pt x="141732" y="4359656"/>
                  </a:lnTo>
                  <a:lnTo>
                    <a:pt x="125869" y="4167644"/>
                  </a:lnTo>
                  <a:lnTo>
                    <a:pt x="121513" y="4119232"/>
                  </a:lnTo>
                  <a:lnTo>
                    <a:pt x="116928" y="4073067"/>
                  </a:lnTo>
                  <a:lnTo>
                    <a:pt x="118122" y="4078427"/>
                  </a:lnTo>
                  <a:lnTo>
                    <a:pt x="122301" y="4120299"/>
                  </a:lnTo>
                  <a:lnTo>
                    <a:pt x="126707" y="4168825"/>
                  </a:lnTo>
                  <a:lnTo>
                    <a:pt x="142709" y="4361332"/>
                  </a:lnTo>
                  <a:lnTo>
                    <a:pt x="147104" y="4409859"/>
                  </a:lnTo>
                  <a:lnTo>
                    <a:pt x="151993" y="4458868"/>
                  </a:lnTo>
                  <a:lnTo>
                    <a:pt x="234124" y="4808766"/>
                  </a:lnTo>
                  <a:lnTo>
                    <a:pt x="234378" y="4811230"/>
                  </a:lnTo>
                  <a:lnTo>
                    <a:pt x="283451" y="5007330"/>
                  </a:lnTo>
                  <a:lnTo>
                    <a:pt x="333387" y="5203368"/>
                  </a:lnTo>
                  <a:lnTo>
                    <a:pt x="384276" y="5399252"/>
                  </a:lnTo>
                  <a:lnTo>
                    <a:pt x="423113" y="5546014"/>
                  </a:lnTo>
                  <a:lnTo>
                    <a:pt x="462546" y="5692610"/>
                  </a:lnTo>
                  <a:lnTo>
                    <a:pt x="502627" y="5839028"/>
                  </a:lnTo>
                  <a:lnTo>
                    <a:pt x="543382" y="5985205"/>
                  </a:lnTo>
                  <a:lnTo>
                    <a:pt x="584847" y="6131128"/>
                  </a:lnTo>
                  <a:lnTo>
                    <a:pt x="627049" y="6276759"/>
                  </a:lnTo>
                  <a:lnTo>
                    <a:pt x="670026" y="6422060"/>
                  </a:lnTo>
                  <a:lnTo>
                    <a:pt x="699122" y="6518732"/>
                  </a:lnTo>
                  <a:lnTo>
                    <a:pt x="728586" y="6615239"/>
                  </a:lnTo>
                  <a:lnTo>
                    <a:pt x="758431" y="6711556"/>
                  </a:lnTo>
                  <a:lnTo>
                    <a:pt x="788657" y="6807695"/>
                  </a:lnTo>
                  <a:lnTo>
                    <a:pt x="869124" y="7051637"/>
                  </a:lnTo>
                  <a:lnTo>
                    <a:pt x="917816" y="7197166"/>
                  </a:lnTo>
                  <a:lnTo>
                    <a:pt x="967054" y="7342213"/>
                  </a:lnTo>
                  <a:lnTo>
                    <a:pt x="1000302" y="7438695"/>
                  </a:lnTo>
                  <a:lnTo>
                    <a:pt x="1033957" y="7535024"/>
                  </a:lnTo>
                  <a:lnTo>
                    <a:pt x="1068082" y="7631252"/>
                  </a:lnTo>
                  <a:lnTo>
                    <a:pt x="1102753" y="7727404"/>
                  </a:lnTo>
                  <a:lnTo>
                    <a:pt x="1138008" y="7823492"/>
                  </a:lnTo>
                  <a:lnTo>
                    <a:pt x="1154366" y="7867472"/>
                  </a:lnTo>
                  <a:lnTo>
                    <a:pt x="1154366" y="7872857"/>
                  </a:lnTo>
                  <a:lnTo>
                    <a:pt x="1154455" y="7873124"/>
                  </a:lnTo>
                  <a:lnTo>
                    <a:pt x="1154709" y="7921053"/>
                  </a:lnTo>
                  <a:lnTo>
                    <a:pt x="1155420" y="7970571"/>
                  </a:lnTo>
                  <a:lnTo>
                    <a:pt x="1156601" y="8020088"/>
                  </a:lnTo>
                  <a:lnTo>
                    <a:pt x="1158201" y="8069618"/>
                  </a:lnTo>
                  <a:lnTo>
                    <a:pt x="1160233" y="8119135"/>
                  </a:lnTo>
                  <a:lnTo>
                    <a:pt x="1162659" y="8168653"/>
                  </a:lnTo>
                  <a:lnTo>
                    <a:pt x="1165466" y="8218183"/>
                  </a:lnTo>
                  <a:lnTo>
                    <a:pt x="1168641" y="8267700"/>
                  </a:lnTo>
                  <a:lnTo>
                    <a:pt x="1172146" y="8317217"/>
                  </a:lnTo>
                  <a:lnTo>
                    <a:pt x="1175981" y="8366747"/>
                  </a:lnTo>
                  <a:lnTo>
                    <a:pt x="1180109" y="8416264"/>
                  </a:lnTo>
                  <a:lnTo>
                    <a:pt x="1184529" y="8465782"/>
                  </a:lnTo>
                  <a:lnTo>
                    <a:pt x="1189215" y="8515312"/>
                  </a:lnTo>
                  <a:lnTo>
                    <a:pt x="1195692" y="8565350"/>
                  </a:lnTo>
                  <a:lnTo>
                    <a:pt x="1202575" y="8615718"/>
                  </a:lnTo>
                  <a:lnTo>
                    <a:pt x="1209865" y="8666328"/>
                  </a:lnTo>
                  <a:lnTo>
                    <a:pt x="1217587" y="8717115"/>
                  </a:lnTo>
                  <a:lnTo>
                    <a:pt x="1225715" y="8767991"/>
                  </a:lnTo>
                  <a:lnTo>
                    <a:pt x="1234274" y="8818855"/>
                  </a:lnTo>
                  <a:lnTo>
                    <a:pt x="1243241" y="8869642"/>
                  </a:lnTo>
                  <a:lnTo>
                    <a:pt x="1252626" y="8920264"/>
                  </a:lnTo>
                  <a:lnTo>
                    <a:pt x="1262430" y="8970632"/>
                  </a:lnTo>
                  <a:lnTo>
                    <a:pt x="1271778" y="9016428"/>
                  </a:lnTo>
                  <a:lnTo>
                    <a:pt x="1253350" y="8970658"/>
                  </a:lnTo>
                  <a:lnTo>
                    <a:pt x="1234109" y="8922283"/>
                  </a:lnTo>
                  <a:lnTo>
                    <a:pt x="1215097" y="8873896"/>
                  </a:lnTo>
                  <a:lnTo>
                    <a:pt x="1196340" y="8825509"/>
                  </a:lnTo>
                  <a:lnTo>
                    <a:pt x="1177798" y="8777122"/>
                  </a:lnTo>
                  <a:lnTo>
                    <a:pt x="1159471" y="8728735"/>
                  </a:lnTo>
                  <a:lnTo>
                    <a:pt x="1141374" y="8680348"/>
                  </a:lnTo>
                  <a:lnTo>
                    <a:pt x="1105763" y="8583574"/>
                  </a:lnTo>
                  <a:lnTo>
                    <a:pt x="1070940" y="8486800"/>
                  </a:lnTo>
                  <a:lnTo>
                    <a:pt x="1036815" y="8390026"/>
                  </a:lnTo>
                  <a:lnTo>
                    <a:pt x="1003363" y="8293252"/>
                  </a:lnTo>
                  <a:lnTo>
                    <a:pt x="970495" y="8196478"/>
                  </a:lnTo>
                  <a:lnTo>
                    <a:pt x="954265" y="8148104"/>
                  </a:lnTo>
                  <a:lnTo>
                    <a:pt x="922934" y="8052181"/>
                  </a:lnTo>
                  <a:lnTo>
                    <a:pt x="892263" y="7955991"/>
                  </a:lnTo>
                  <a:lnTo>
                    <a:pt x="862241" y="7859535"/>
                  </a:lnTo>
                  <a:lnTo>
                    <a:pt x="832866" y="7762824"/>
                  </a:lnTo>
                  <a:lnTo>
                    <a:pt x="804125" y="7665860"/>
                  </a:lnTo>
                  <a:lnTo>
                    <a:pt x="776020" y="7568654"/>
                  </a:lnTo>
                  <a:lnTo>
                    <a:pt x="748563" y="7471232"/>
                  </a:lnTo>
                  <a:lnTo>
                    <a:pt x="721715" y="7373582"/>
                  </a:lnTo>
                  <a:lnTo>
                    <a:pt x="695502" y="7275716"/>
                  </a:lnTo>
                  <a:lnTo>
                    <a:pt x="669912" y="7177659"/>
                  </a:lnTo>
                  <a:lnTo>
                    <a:pt x="644931" y="7079399"/>
                  </a:lnTo>
                  <a:lnTo>
                    <a:pt x="620560" y="6980961"/>
                  </a:lnTo>
                  <a:lnTo>
                    <a:pt x="596798" y="6882346"/>
                  </a:lnTo>
                  <a:lnTo>
                    <a:pt x="573633" y="6783565"/>
                  </a:lnTo>
                  <a:lnTo>
                    <a:pt x="551078" y="6684632"/>
                  </a:lnTo>
                  <a:lnTo>
                    <a:pt x="529107" y="6585547"/>
                  </a:lnTo>
                  <a:lnTo>
                    <a:pt x="507720" y="6486322"/>
                  </a:lnTo>
                  <a:lnTo>
                    <a:pt x="486930" y="6386970"/>
                  </a:lnTo>
                  <a:lnTo>
                    <a:pt x="466712" y="6287503"/>
                  </a:lnTo>
                  <a:lnTo>
                    <a:pt x="447065" y="6187910"/>
                  </a:lnTo>
                  <a:lnTo>
                    <a:pt x="427990" y="6088227"/>
                  </a:lnTo>
                  <a:lnTo>
                    <a:pt x="409968" y="5986894"/>
                  </a:lnTo>
                  <a:lnTo>
                    <a:pt x="392455" y="5885332"/>
                  </a:lnTo>
                  <a:lnTo>
                    <a:pt x="375437" y="5783529"/>
                  </a:lnTo>
                  <a:lnTo>
                    <a:pt x="358889" y="5681535"/>
                  </a:lnTo>
                  <a:lnTo>
                    <a:pt x="342785" y="5579364"/>
                  </a:lnTo>
                  <a:lnTo>
                    <a:pt x="327113" y="5477040"/>
                  </a:lnTo>
                  <a:lnTo>
                    <a:pt x="311835" y="5374564"/>
                  </a:lnTo>
                  <a:lnTo>
                    <a:pt x="289636" y="5220640"/>
                  </a:lnTo>
                  <a:lnTo>
                    <a:pt x="268224" y="5066525"/>
                  </a:lnTo>
                  <a:lnTo>
                    <a:pt x="247523" y="4912284"/>
                  </a:lnTo>
                  <a:lnTo>
                    <a:pt x="234086" y="4809414"/>
                  </a:lnTo>
                  <a:lnTo>
                    <a:pt x="150939" y="4456874"/>
                  </a:lnTo>
                  <a:lnTo>
                    <a:pt x="161251" y="4556239"/>
                  </a:lnTo>
                  <a:lnTo>
                    <a:pt x="172021" y="4655718"/>
                  </a:lnTo>
                  <a:lnTo>
                    <a:pt x="183235" y="4755299"/>
                  </a:lnTo>
                  <a:lnTo>
                    <a:pt x="194919" y="4854956"/>
                  </a:lnTo>
                  <a:lnTo>
                    <a:pt x="207048" y="4954638"/>
                  </a:lnTo>
                  <a:lnTo>
                    <a:pt x="219646" y="5054346"/>
                  </a:lnTo>
                  <a:lnTo>
                    <a:pt x="232702" y="5154028"/>
                  </a:lnTo>
                  <a:lnTo>
                    <a:pt x="246214" y="5253685"/>
                  </a:lnTo>
                  <a:lnTo>
                    <a:pt x="260172" y="5353253"/>
                  </a:lnTo>
                  <a:lnTo>
                    <a:pt x="274599" y="5452732"/>
                  </a:lnTo>
                  <a:lnTo>
                    <a:pt x="289483" y="5552097"/>
                  </a:lnTo>
                  <a:lnTo>
                    <a:pt x="304825" y="5651297"/>
                  </a:lnTo>
                  <a:lnTo>
                    <a:pt x="320624" y="5750318"/>
                  </a:lnTo>
                  <a:lnTo>
                    <a:pt x="336880" y="5849137"/>
                  </a:lnTo>
                  <a:lnTo>
                    <a:pt x="353593" y="5947715"/>
                  </a:lnTo>
                  <a:lnTo>
                    <a:pt x="370763" y="6046025"/>
                  </a:lnTo>
                  <a:lnTo>
                    <a:pt x="388505" y="6145415"/>
                  </a:lnTo>
                  <a:lnTo>
                    <a:pt x="406971" y="6245961"/>
                  </a:lnTo>
                  <a:lnTo>
                    <a:pt x="426085" y="6346304"/>
                  </a:lnTo>
                  <a:lnTo>
                    <a:pt x="445858" y="6446469"/>
                  </a:lnTo>
                  <a:lnTo>
                    <a:pt x="466267" y="6546443"/>
                  </a:lnTo>
                  <a:lnTo>
                    <a:pt x="487311" y="6646227"/>
                  </a:lnTo>
                  <a:lnTo>
                    <a:pt x="509003" y="6745821"/>
                  </a:lnTo>
                  <a:lnTo>
                    <a:pt x="531317" y="6845224"/>
                  </a:lnTo>
                  <a:lnTo>
                    <a:pt x="554253" y="6944436"/>
                  </a:lnTo>
                  <a:lnTo>
                    <a:pt x="577824" y="7043471"/>
                  </a:lnTo>
                  <a:lnTo>
                    <a:pt x="602005" y="7142315"/>
                  </a:lnTo>
                  <a:lnTo>
                    <a:pt x="626795" y="7240956"/>
                  </a:lnTo>
                  <a:lnTo>
                    <a:pt x="652195" y="7339419"/>
                  </a:lnTo>
                  <a:lnTo>
                    <a:pt x="678192" y="7437704"/>
                  </a:lnTo>
                  <a:lnTo>
                    <a:pt x="704799" y="7535786"/>
                  </a:lnTo>
                  <a:lnTo>
                    <a:pt x="731989" y="7633678"/>
                  </a:lnTo>
                  <a:lnTo>
                    <a:pt x="759777" y="7731392"/>
                  </a:lnTo>
                  <a:lnTo>
                    <a:pt x="788149" y="7828915"/>
                  </a:lnTo>
                  <a:lnTo>
                    <a:pt x="817092" y="7926248"/>
                  </a:lnTo>
                  <a:lnTo>
                    <a:pt x="846620" y="8023390"/>
                  </a:lnTo>
                  <a:lnTo>
                    <a:pt x="876719" y="8120354"/>
                  </a:lnTo>
                  <a:lnTo>
                    <a:pt x="891984" y="8168767"/>
                  </a:lnTo>
                  <a:lnTo>
                    <a:pt x="907897" y="8217103"/>
                  </a:lnTo>
                  <a:lnTo>
                    <a:pt x="924001" y="8265350"/>
                  </a:lnTo>
                  <a:lnTo>
                    <a:pt x="940282" y="8313509"/>
                  </a:lnTo>
                  <a:lnTo>
                    <a:pt x="956741" y="8361566"/>
                  </a:lnTo>
                  <a:lnTo>
                    <a:pt x="990168" y="8457387"/>
                  </a:lnTo>
                  <a:lnTo>
                    <a:pt x="1024242" y="8552840"/>
                  </a:lnTo>
                  <a:lnTo>
                    <a:pt x="1058926" y="8647913"/>
                  </a:lnTo>
                  <a:lnTo>
                    <a:pt x="1094181" y="8742616"/>
                  </a:lnTo>
                  <a:lnTo>
                    <a:pt x="1129982" y="8836939"/>
                  </a:lnTo>
                  <a:lnTo>
                    <a:pt x="1166291" y="8930881"/>
                  </a:lnTo>
                  <a:lnTo>
                    <a:pt x="1203071" y="9024468"/>
                  </a:lnTo>
                  <a:lnTo>
                    <a:pt x="1240282" y="9117673"/>
                  </a:lnTo>
                  <a:lnTo>
                    <a:pt x="1259027" y="9164142"/>
                  </a:lnTo>
                  <a:lnTo>
                    <a:pt x="1279804" y="9211996"/>
                  </a:lnTo>
                  <a:lnTo>
                    <a:pt x="1362925" y="9399664"/>
                  </a:lnTo>
                  <a:lnTo>
                    <a:pt x="1383690" y="9447568"/>
                  </a:lnTo>
                  <a:lnTo>
                    <a:pt x="1374521" y="9422727"/>
                  </a:lnTo>
                  <a:lnTo>
                    <a:pt x="1367269" y="9399206"/>
                  </a:lnTo>
                  <a:lnTo>
                    <a:pt x="1361300" y="9375673"/>
                  </a:lnTo>
                  <a:lnTo>
                    <a:pt x="1355979" y="9350832"/>
                  </a:lnTo>
                  <a:lnTo>
                    <a:pt x="1341551" y="9303436"/>
                  </a:lnTo>
                  <a:lnTo>
                    <a:pt x="1327988" y="9256027"/>
                  </a:lnTo>
                  <a:lnTo>
                    <a:pt x="1315275" y="9208643"/>
                  </a:lnTo>
                  <a:lnTo>
                    <a:pt x="1303401" y="9161247"/>
                  </a:lnTo>
                  <a:lnTo>
                    <a:pt x="1292377" y="9113850"/>
                  </a:lnTo>
                  <a:lnTo>
                    <a:pt x="1282192" y="9066454"/>
                  </a:lnTo>
                  <a:lnTo>
                    <a:pt x="1273733" y="9023617"/>
                  </a:lnTo>
                  <a:lnTo>
                    <a:pt x="1276985" y="9032418"/>
                  </a:lnTo>
                  <a:lnTo>
                    <a:pt x="1283830" y="9067406"/>
                  </a:lnTo>
                  <a:lnTo>
                    <a:pt x="1293952" y="9114815"/>
                  </a:lnTo>
                  <a:lnTo>
                    <a:pt x="1304899" y="9162224"/>
                  </a:lnTo>
                  <a:lnTo>
                    <a:pt x="1316697" y="9209634"/>
                  </a:lnTo>
                  <a:lnTo>
                    <a:pt x="1329334" y="9257030"/>
                  </a:lnTo>
                  <a:lnTo>
                    <a:pt x="1342809" y="9304414"/>
                  </a:lnTo>
                  <a:lnTo>
                    <a:pt x="1357122" y="9351785"/>
                  </a:lnTo>
                  <a:lnTo>
                    <a:pt x="1362379" y="9376639"/>
                  </a:lnTo>
                  <a:lnTo>
                    <a:pt x="1375486" y="9423768"/>
                  </a:lnTo>
                  <a:lnTo>
                    <a:pt x="1405458" y="9494025"/>
                  </a:lnTo>
                  <a:lnTo>
                    <a:pt x="1426591" y="9539719"/>
                  </a:lnTo>
                  <a:lnTo>
                    <a:pt x="1446377" y="9582188"/>
                  </a:lnTo>
                  <a:lnTo>
                    <a:pt x="1404696" y="9493059"/>
                  </a:lnTo>
                  <a:lnTo>
                    <a:pt x="1383601" y="9447568"/>
                  </a:lnTo>
                  <a:lnTo>
                    <a:pt x="1397215" y="9493085"/>
                  </a:lnTo>
                  <a:lnTo>
                    <a:pt x="1411478" y="9538881"/>
                  </a:lnTo>
                  <a:lnTo>
                    <a:pt x="1426362" y="9584906"/>
                  </a:lnTo>
                  <a:lnTo>
                    <a:pt x="1441843" y="9631070"/>
                  </a:lnTo>
                  <a:lnTo>
                    <a:pt x="1457883" y="9677324"/>
                  </a:lnTo>
                  <a:lnTo>
                    <a:pt x="1474470" y="9723615"/>
                  </a:lnTo>
                  <a:lnTo>
                    <a:pt x="1491538" y="9769869"/>
                  </a:lnTo>
                  <a:lnTo>
                    <a:pt x="1509090" y="9816020"/>
                  </a:lnTo>
                  <a:lnTo>
                    <a:pt x="1527086" y="9862020"/>
                  </a:lnTo>
                  <a:lnTo>
                    <a:pt x="1545488" y="9907803"/>
                  </a:lnTo>
                  <a:lnTo>
                    <a:pt x="1564271" y="9953295"/>
                  </a:lnTo>
                  <a:lnTo>
                    <a:pt x="1625498" y="9953295"/>
                  </a:lnTo>
                  <a:lnTo>
                    <a:pt x="1626831" y="9953295"/>
                  </a:lnTo>
                  <a:lnTo>
                    <a:pt x="1632356" y="9953295"/>
                  </a:lnTo>
                  <a:lnTo>
                    <a:pt x="1612049" y="9904273"/>
                  </a:lnTo>
                  <a:lnTo>
                    <a:pt x="1592389" y="9855213"/>
                  </a:lnTo>
                  <a:lnTo>
                    <a:pt x="1573352" y="9806089"/>
                  </a:lnTo>
                  <a:lnTo>
                    <a:pt x="1554911" y="9756877"/>
                  </a:lnTo>
                  <a:lnTo>
                    <a:pt x="1537017" y="9707537"/>
                  </a:lnTo>
                  <a:lnTo>
                    <a:pt x="1519656" y="9658032"/>
                  </a:lnTo>
                  <a:lnTo>
                    <a:pt x="1502803" y="9608350"/>
                  </a:lnTo>
                  <a:lnTo>
                    <a:pt x="1486408" y="9558452"/>
                  </a:lnTo>
                  <a:lnTo>
                    <a:pt x="1479816" y="9537789"/>
                  </a:lnTo>
                  <a:lnTo>
                    <a:pt x="1486801" y="9559404"/>
                  </a:lnTo>
                  <a:lnTo>
                    <a:pt x="1503362" y="9609188"/>
                  </a:lnTo>
                  <a:lnTo>
                    <a:pt x="1520393" y="9658756"/>
                  </a:lnTo>
                  <a:lnTo>
                    <a:pt x="1537931" y="9708147"/>
                  </a:lnTo>
                  <a:lnTo>
                    <a:pt x="1555991" y="9757372"/>
                  </a:lnTo>
                  <a:lnTo>
                    <a:pt x="1574622" y="9806470"/>
                  </a:lnTo>
                  <a:lnTo>
                    <a:pt x="1593837" y="9855467"/>
                  </a:lnTo>
                  <a:lnTo>
                    <a:pt x="1613674" y="9904400"/>
                  </a:lnTo>
                  <a:lnTo>
                    <a:pt x="1634172" y="9953295"/>
                  </a:lnTo>
                  <a:lnTo>
                    <a:pt x="1696745" y="9953295"/>
                  </a:lnTo>
                  <a:lnTo>
                    <a:pt x="1674291" y="9908451"/>
                  </a:lnTo>
                  <a:lnTo>
                    <a:pt x="1652104" y="9863595"/>
                  </a:lnTo>
                  <a:lnTo>
                    <a:pt x="1630159" y="9818687"/>
                  </a:lnTo>
                  <a:lnTo>
                    <a:pt x="1608442" y="9773704"/>
                  </a:lnTo>
                  <a:lnTo>
                    <a:pt x="1586915" y="9728632"/>
                  </a:lnTo>
                  <a:lnTo>
                    <a:pt x="1565567" y="9683432"/>
                  </a:lnTo>
                  <a:lnTo>
                    <a:pt x="1523263" y="9592602"/>
                  </a:lnTo>
                  <a:lnTo>
                    <a:pt x="1481340" y="9500997"/>
                  </a:lnTo>
                  <a:lnTo>
                    <a:pt x="1441081" y="9411741"/>
                  </a:lnTo>
                  <a:lnTo>
                    <a:pt x="1439697" y="9407106"/>
                  </a:lnTo>
                  <a:lnTo>
                    <a:pt x="1437817" y="9402978"/>
                  </a:lnTo>
                  <a:lnTo>
                    <a:pt x="1434287" y="9391688"/>
                  </a:lnTo>
                  <a:lnTo>
                    <a:pt x="1423860" y="9355785"/>
                  </a:lnTo>
                  <a:lnTo>
                    <a:pt x="1418653" y="9339123"/>
                  </a:lnTo>
                  <a:lnTo>
                    <a:pt x="1404213" y="9290253"/>
                  </a:lnTo>
                  <a:lnTo>
                    <a:pt x="1390345" y="9241384"/>
                  </a:lnTo>
                  <a:lnTo>
                    <a:pt x="1377035" y="9192514"/>
                  </a:lnTo>
                  <a:lnTo>
                    <a:pt x="1364284" y="9143644"/>
                  </a:lnTo>
                  <a:lnTo>
                    <a:pt x="1352080" y="9094775"/>
                  </a:lnTo>
                  <a:lnTo>
                    <a:pt x="1340396" y="9045905"/>
                  </a:lnTo>
                  <a:lnTo>
                    <a:pt x="1329245" y="8997048"/>
                  </a:lnTo>
                  <a:lnTo>
                    <a:pt x="1318615" y="8948179"/>
                  </a:lnTo>
                  <a:lnTo>
                    <a:pt x="1308493" y="8899309"/>
                  </a:lnTo>
                  <a:lnTo>
                    <a:pt x="1298879" y="8850439"/>
                  </a:lnTo>
                  <a:lnTo>
                    <a:pt x="1289748" y="8801583"/>
                  </a:lnTo>
                  <a:lnTo>
                    <a:pt x="1281099" y="8752713"/>
                  </a:lnTo>
                  <a:lnTo>
                    <a:pt x="1272933" y="8703843"/>
                  </a:lnTo>
                  <a:lnTo>
                    <a:pt x="1265224" y="8654974"/>
                  </a:lnTo>
                  <a:lnTo>
                    <a:pt x="1257985" y="8606104"/>
                  </a:lnTo>
                  <a:lnTo>
                    <a:pt x="1251191" y="8557235"/>
                  </a:lnTo>
                  <a:lnTo>
                    <a:pt x="1244841" y="8508365"/>
                  </a:lnTo>
                  <a:lnTo>
                    <a:pt x="1232509" y="8360511"/>
                  </a:lnTo>
                  <a:lnTo>
                    <a:pt x="1224851" y="8263458"/>
                  </a:lnTo>
                  <a:lnTo>
                    <a:pt x="1221308" y="8215262"/>
                  </a:lnTo>
                  <a:lnTo>
                    <a:pt x="1218018" y="8167230"/>
                  </a:lnTo>
                  <a:lnTo>
                    <a:pt x="1215034" y="8119338"/>
                  </a:lnTo>
                  <a:lnTo>
                    <a:pt x="1212367" y="8071523"/>
                  </a:lnTo>
                  <a:lnTo>
                    <a:pt x="1210106" y="8024546"/>
                  </a:lnTo>
                  <a:lnTo>
                    <a:pt x="1210271" y="8025282"/>
                  </a:lnTo>
                  <a:lnTo>
                    <a:pt x="1210271" y="8024622"/>
                  </a:lnTo>
                  <a:lnTo>
                    <a:pt x="1246911" y="8121256"/>
                  </a:lnTo>
                  <a:lnTo>
                    <a:pt x="1284097" y="8217598"/>
                  </a:lnTo>
                  <a:lnTo>
                    <a:pt x="1321816" y="8313661"/>
                  </a:lnTo>
                  <a:lnTo>
                    <a:pt x="1360043" y="8409432"/>
                  </a:lnTo>
                  <a:lnTo>
                    <a:pt x="1398752" y="8504923"/>
                  </a:lnTo>
                  <a:lnTo>
                    <a:pt x="1437906" y="8600122"/>
                  </a:lnTo>
                  <a:lnTo>
                    <a:pt x="1477505" y="8695042"/>
                  </a:lnTo>
                  <a:lnTo>
                    <a:pt x="1517510" y="8789670"/>
                  </a:lnTo>
                  <a:lnTo>
                    <a:pt x="1557896" y="8884006"/>
                  </a:lnTo>
                  <a:lnTo>
                    <a:pt x="1598637" y="8978049"/>
                  </a:lnTo>
                  <a:lnTo>
                    <a:pt x="1639722" y="9071813"/>
                  </a:lnTo>
                  <a:lnTo>
                    <a:pt x="1681124" y="9165285"/>
                  </a:lnTo>
                  <a:lnTo>
                    <a:pt x="1702041" y="9211640"/>
                  </a:lnTo>
                  <a:lnTo>
                    <a:pt x="1723224" y="9257995"/>
                  </a:lnTo>
                  <a:lnTo>
                    <a:pt x="1744662" y="9304350"/>
                  </a:lnTo>
                  <a:lnTo>
                    <a:pt x="1766341" y="9350705"/>
                  </a:lnTo>
                  <a:lnTo>
                    <a:pt x="1810334" y="9443428"/>
                  </a:lnTo>
                  <a:lnTo>
                    <a:pt x="1855089" y="9536163"/>
                  </a:lnTo>
                  <a:lnTo>
                    <a:pt x="1900440" y="9628886"/>
                  </a:lnTo>
                  <a:lnTo>
                    <a:pt x="1969300" y="9767964"/>
                  </a:lnTo>
                  <a:lnTo>
                    <a:pt x="2061972" y="9953396"/>
                  </a:lnTo>
                  <a:lnTo>
                    <a:pt x="2124265" y="9953396"/>
                  </a:lnTo>
                  <a:close/>
                </a:path>
                <a:path w="4276725" h="9953625">
                  <a:moveTo>
                    <a:pt x="4276623" y="1754924"/>
                  </a:moveTo>
                  <a:lnTo>
                    <a:pt x="4235704" y="1780324"/>
                  </a:lnTo>
                  <a:lnTo>
                    <a:pt x="4195838" y="1818424"/>
                  </a:lnTo>
                  <a:lnTo>
                    <a:pt x="4156786" y="1856524"/>
                  </a:lnTo>
                  <a:lnTo>
                    <a:pt x="4003840" y="2008924"/>
                  </a:lnTo>
                  <a:lnTo>
                    <a:pt x="3965194" y="2047024"/>
                  </a:lnTo>
                  <a:lnTo>
                    <a:pt x="3674529" y="2351824"/>
                  </a:lnTo>
                  <a:lnTo>
                    <a:pt x="3572662" y="2466124"/>
                  </a:lnTo>
                  <a:lnTo>
                    <a:pt x="3472294" y="2580424"/>
                  </a:lnTo>
                  <a:lnTo>
                    <a:pt x="3406330" y="2656624"/>
                  </a:lnTo>
                  <a:lnTo>
                    <a:pt x="3341217" y="2732824"/>
                  </a:lnTo>
                  <a:lnTo>
                    <a:pt x="3277019" y="2809024"/>
                  </a:lnTo>
                  <a:lnTo>
                    <a:pt x="3213785" y="2885224"/>
                  </a:lnTo>
                  <a:lnTo>
                    <a:pt x="3182556" y="2923324"/>
                  </a:lnTo>
                  <a:lnTo>
                    <a:pt x="3151594" y="2961424"/>
                  </a:lnTo>
                  <a:lnTo>
                    <a:pt x="3120923" y="2999524"/>
                  </a:lnTo>
                  <a:lnTo>
                    <a:pt x="3028150" y="3113824"/>
                  </a:lnTo>
                  <a:lnTo>
                    <a:pt x="2997543" y="3164624"/>
                  </a:lnTo>
                  <a:lnTo>
                    <a:pt x="2936773" y="3240824"/>
                  </a:lnTo>
                  <a:lnTo>
                    <a:pt x="2876664" y="3317024"/>
                  </a:lnTo>
                  <a:lnTo>
                    <a:pt x="2846857" y="3355124"/>
                  </a:lnTo>
                  <a:lnTo>
                    <a:pt x="2817228" y="3405924"/>
                  </a:lnTo>
                  <a:lnTo>
                    <a:pt x="2758503" y="3482124"/>
                  </a:lnTo>
                  <a:lnTo>
                    <a:pt x="2729407" y="3520224"/>
                  </a:lnTo>
                  <a:lnTo>
                    <a:pt x="2700502" y="3571024"/>
                  </a:lnTo>
                  <a:lnTo>
                    <a:pt x="2643251" y="3647224"/>
                  </a:lnTo>
                  <a:lnTo>
                    <a:pt x="2614917" y="3685324"/>
                  </a:lnTo>
                  <a:lnTo>
                    <a:pt x="2586774" y="3736124"/>
                  </a:lnTo>
                  <a:lnTo>
                    <a:pt x="2558834" y="3774224"/>
                  </a:lnTo>
                  <a:lnTo>
                    <a:pt x="2531097" y="3812324"/>
                  </a:lnTo>
                  <a:lnTo>
                    <a:pt x="2503576" y="3863124"/>
                  </a:lnTo>
                  <a:lnTo>
                    <a:pt x="2476258" y="3901224"/>
                  </a:lnTo>
                  <a:lnTo>
                    <a:pt x="2449157" y="3939324"/>
                  </a:lnTo>
                  <a:lnTo>
                    <a:pt x="2422271" y="3990124"/>
                  </a:lnTo>
                  <a:lnTo>
                    <a:pt x="2395601" y="4028224"/>
                  </a:lnTo>
                  <a:lnTo>
                    <a:pt x="2369159" y="4066324"/>
                  </a:lnTo>
                  <a:lnTo>
                    <a:pt x="2342934" y="4117124"/>
                  </a:lnTo>
                  <a:lnTo>
                    <a:pt x="2316950" y="4155224"/>
                  </a:lnTo>
                  <a:lnTo>
                    <a:pt x="2291181" y="4193324"/>
                  </a:lnTo>
                  <a:lnTo>
                    <a:pt x="2265654" y="4244124"/>
                  </a:lnTo>
                  <a:lnTo>
                    <a:pt x="2240369" y="4282224"/>
                  </a:lnTo>
                  <a:lnTo>
                    <a:pt x="2215324" y="4333024"/>
                  </a:lnTo>
                  <a:lnTo>
                    <a:pt x="2190534" y="4371124"/>
                  </a:lnTo>
                  <a:lnTo>
                    <a:pt x="2165972" y="4421924"/>
                  </a:lnTo>
                  <a:lnTo>
                    <a:pt x="2141067" y="4460024"/>
                  </a:lnTo>
                  <a:lnTo>
                    <a:pt x="2116417" y="4498124"/>
                  </a:lnTo>
                  <a:lnTo>
                    <a:pt x="2092020" y="4548924"/>
                  </a:lnTo>
                  <a:lnTo>
                    <a:pt x="2067877" y="4587024"/>
                  </a:lnTo>
                  <a:lnTo>
                    <a:pt x="2044001" y="4637824"/>
                  </a:lnTo>
                  <a:lnTo>
                    <a:pt x="2020379" y="4675924"/>
                  </a:lnTo>
                  <a:lnTo>
                    <a:pt x="1997024" y="4726724"/>
                  </a:lnTo>
                  <a:lnTo>
                    <a:pt x="1973935" y="4764824"/>
                  </a:lnTo>
                  <a:lnTo>
                    <a:pt x="1951113" y="4815624"/>
                  </a:lnTo>
                  <a:lnTo>
                    <a:pt x="1928571" y="4853724"/>
                  </a:lnTo>
                  <a:lnTo>
                    <a:pt x="1906295" y="4904524"/>
                  </a:lnTo>
                  <a:lnTo>
                    <a:pt x="1884286" y="4942624"/>
                  </a:lnTo>
                  <a:lnTo>
                    <a:pt x="1862569" y="4993424"/>
                  </a:lnTo>
                  <a:lnTo>
                    <a:pt x="1841119" y="5044224"/>
                  </a:lnTo>
                  <a:lnTo>
                    <a:pt x="1819960" y="5082324"/>
                  </a:lnTo>
                  <a:lnTo>
                    <a:pt x="1799069" y="5133124"/>
                  </a:lnTo>
                  <a:lnTo>
                    <a:pt x="1778482" y="5171224"/>
                  </a:lnTo>
                  <a:lnTo>
                    <a:pt x="1758162" y="5222024"/>
                  </a:lnTo>
                  <a:lnTo>
                    <a:pt x="1738147" y="5272824"/>
                  </a:lnTo>
                  <a:lnTo>
                    <a:pt x="1718424" y="5310924"/>
                  </a:lnTo>
                  <a:lnTo>
                    <a:pt x="1698980" y="5361724"/>
                  </a:lnTo>
                  <a:lnTo>
                    <a:pt x="1679841" y="5412524"/>
                  </a:lnTo>
                  <a:lnTo>
                    <a:pt x="1661007" y="5450624"/>
                  </a:lnTo>
                  <a:lnTo>
                    <a:pt x="1642452" y="5501424"/>
                  </a:lnTo>
                  <a:lnTo>
                    <a:pt x="1624215" y="5552224"/>
                  </a:lnTo>
                  <a:lnTo>
                    <a:pt x="1606283" y="5590324"/>
                  </a:lnTo>
                  <a:lnTo>
                    <a:pt x="1588655" y="5641124"/>
                  </a:lnTo>
                  <a:lnTo>
                    <a:pt x="1571332" y="5691924"/>
                  </a:lnTo>
                  <a:lnTo>
                    <a:pt x="1554314" y="5730024"/>
                  </a:lnTo>
                  <a:lnTo>
                    <a:pt x="1537614" y="5780824"/>
                  </a:lnTo>
                  <a:lnTo>
                    <a:pt x="1521231" y="5831624"/>
                  </a:lnTo>
                  <a:lnTo>
                    <a:pt x="1505165" y="5882424"/>
                  </a:lnTo>
                  <a:lnTo>
                    <a:pt x="1489405" y="5920524"/>
                  </a:lnTo>
                  <a:lnTo>
                    <a:pt x="1473974" y="5971324"/>
                  </a:lnTo>
                  <a:lnTo>
                    <a:pt x="1458290" y="6022124"/>
                  </a:lnTo>
                  <a:lnTo>
                    <a:pt x="1442961" y="6072924"/>
                  </a:lnTo>
                  <a:lnTo>
                    <a:pt x="1427988" y="6111024"/>
                  </a:lnTo>
                  <a:lnTo>
                    <a:pt x="1413395" y="6161824"/>
                  </a:lnTo>
                  <a:lnTo>
                    <a:pt x="1399159" y="6212624"/>
                  </a:lnTo>
                  <a:lnTo>
                    <a:pt x="1385316" y="6263424"/>
                  </a:lnTo>
                  <a:lnTo>
                    <a:pt x="1371841" y="6314224"/>
                  </a:lnTo>
                  <a:lnTo>
                    <a:pt x="1358747" y="6365024"/>
                  </a:lnTo>
                  <a:lnTo>
                    <a:pt x="1346034" y="6403124"/>
                  </a:lnTo>
                  <a:lnTo>
                    <a:pt x="1333715" y="6453924"/>
                  </a:lnTo>
                  <a:lnTo>
                    <a:pt x="1321790" y="6504724"/>
                  </a:lnTo>
                  <a:lnTo>
                    <a:pt x="1310246" y="6555524"/>
                  </a:lnTo>
                  <a:lnTo>
                    <a:pt x="1299108" y="6606324"/>
                  </a:lnTo>
                  <a:lnTo>
                    <a:pt x="1288376" y="6657124"/>
                  </a:lnTo>
                  <a:lnTo>
                    <a:pt x="1278039" y="6707924"/>
                  </a:lnTo>
                  <a:lnTo>
                    <a:pt x="1268107" y="6746024"/>
                  </a:lnTo>
                  <a:lnTo>
                    <a:pt x="1258595" y="6796824"/>
                  </a:lnTo>
                  <a:lnTo>
                    <a:pt x="1249489" y="6847624"/>
                  </a:lnTo>
                  <a:lnTo>
                    <a:pt x="1240790" y="6898424"/>
                  </a:lnTo>
                  <a:lnTo>
                    <a:pt x="1232522" y="6949224"/>
                  </a:lnTo>
                  <a:lnTo>
                    <a:pt x="1224673" y="7000024"/>
                  </a:lnTo>
                  <a:lnTo>
                    <a:pt x="1217256" y="7050824"/>
                  </a:lnTo>
                  <a:lnTo>
                    <a:pt x="1210259" y="7101624"/>
                  </a:lnTo>
                  <a:lnTo>
                    <a:pt x="1203693" y="7152424"/>
                  </a:lnTo>
                  <a:lnTo>
                    <a:pt x="1197571" y="7203224"/>
                  </a:lnTo>
                  <a:lnTo>
                    <a:pt x="1191882" y="7254024"/>
                  </a:lnTo>
                  <a:lnTo>
                    <a:pt x="1186637" y="7304824"/>
                  </a:lnTo>
                  <a:lnTo>
                    <a:pt x="1181836" y="7355624"/>
                  </a:lnTo>
                  <a:lnTo>
                    <a:pt x="1177493" y="7393724"/>
                  </a:lnTo>
                  <a:lnTo>
                    <a:pt x="1173581" y="7444524"/>
                  </a:lnTo>
                  <a:lnTo>
                    <a:pt x="1170139" y="7495324"/>
                  </a:lnTo>
                  <a:lnTo>
                    <a:pt x="1167142" y="7546124"/>
                  </a:lnTo>
                  <a:lnTo>
                    <a:pt x="1164615" y="7596924"/>
                  </a:lnTo>
                  <a:lnTo>
                    <a:pt x="1162558" y="7647724"/>
                  </a:lnTo>
                  <a:lnTo>
                    <a:pt x="1162558" y="7685824"/>
                  </a:lnTo>
                  <a:lnTo>
                    <a:pt x="1173035" y="7723924"/>
                  </a:lnTo>
                  <a:lnTo>
                    <a:pt x="1184186" y="7749324"/>
                  </a:lnTo>
                  <a:lnTo>
                    <a:pt x="1196644" y="7787424"/>
                  </a:lnTo>
                  <a:lnTo>
                    <a:pt x="1211033" y="7812824"/>
                  </a:lnTo>
                  <a:lnTo>
                    <a:pt x="1211033" y="7647724"/>
                  </a:lnTo>
                  <a:lnTo>
                    <a:pt x="1211224" y="7647724"/>
                  </a:lnTo>
                  <a:lnTo>
                    <a:pt x="1213281" y="7596924"/>
                  </a:lnTo>
                  <a:lnTo>
                    <a:pt x="1215809" y="7546124"/>
                  </a:lnTo>
                  <a:lnTo>
                    <a:pt x="1218793" y="7508024"/>
                  </a:lnTo>
                  <a:lnTo>
                    <a:pt x="1222235" y="7457224"/>
                  </a:lnTo>
                  <a:lnTo>
                    <a:pt x="1226108" y="7406424"/>
                  </a:lnTo>
                  <a:lnTo>
                    <a:pt x="1230426" y="7355624"/>
                  </a:lnTo>
                  <a:lnTo>
                    <a:pt x="1235189" y="7304824"/>
                  </a:lnTo>
                  <a:lnTo>
                    <a:pt x="1240370" y="7254024"/>
                  </a:lnTo>
                  <a:lnTo>
                    <a:pt x="1245984" y="7203224"/>
                  </a:lnTo>
                  <a:lnTo>
                    <a:pt x="1252016" y="7152424"/>
                  </a:lnTo>
                  <a:lnTo>
                    <a:pt x="1258455" y="7101624"/>
                  </a:lnTo>
                  <a:lnTo>
                    <a:pt x="1265313" y="7050824"/>
                  </a:lnTo>
                  <a:lnTo>
                    <a:pt x="1272565" y="7000024"/>
                  </a:lnTo>
                  <a:lnTo>
                    <a:pt x="1280223" y="6961924"/>
                  </a:lnTo>
                  <a:lnTo>
                    <a:pt x="1288262" y="6911124"/>
                  </a:lnTo>
                  <a:lnTo>
                    <a:pt x="1296695" y="6860324"/>
                  </a:lnTo>
                  <a:lnTo>
                    <a:pt x="1305521" y="6809524"/>
                  </a:lnTo>
                  <a:lnTo>
                    <a:pt x="1314716" y="6758724"/>
                  </a:lnTo>
                  <a:lnTo>
                    <a:pt x="1324279" y="6707924"/>
                  </a:lnTo>
                  <a:lnTo>
                    <a:pt x="1334211" y="6657124"/>
                  </a:lnTo>
                  <a:lnTo>
                    <a:pt x="1344498" y="6606324"/>
                  </a:lnTo>
                  <a:lnTo>
                    <a:pt x="1355153" y="6568224"/>
                  </a:lnTo>
                  <a:lnTo>
                    <a:pt x="1366151" y="6517424"/>
                  </a:lnTo>
                  <a:lnTo>
                    <a:pt x="1377492" y="6466624"/>
                  </a:lnTo>
                  <a:lnTo>
                    <a:pt x="1389176" y="6415824"/>
                  </a:lnTo>
                  <a:lnTo>
                    <a:pt x="1401191" y="6365024"/>
                  </a:lnTo>
                  <a:lnTo>
                    <a:pt x="1413535" y="6326924"/>
                  </a:lnTo>
                  <a:lnTo>
                    <a:pt x="1426210" y="6276124"/>
                  </a:lnTo>
                  <a:lnTo>
                    <a:pt x="1439202" y="6225324"/>
                  </a:lnTo>
                  <a:lnTo>
                    <a:pt x="1452499" y="6174524"/>
                  </a:lnTo>
                  <a:lnTo>
                    <a:pt x="1466113" y="6123724"/>
                  </a:lnTo>
                  <a:lnTo>
                    <a:pt x="1480032" y="6085624"/>
                  </a:lnTo>
                  <a:lnTo>
                    <a:pt x="1494243" y="6034824"/>
                  </a:lnTo>
                  <a:lnTo>
                    <a:pt x="1508747" y="5984024"/>
                  </a:lnTo>
                  <a:lnTo>
                    <a:pt x="1524165" y="5933224"/>
                  </a:lnTo>
                  <a:lnTo>
                    <a:pt x="1539900" y="5895124"/>
                  </a:lnTo>
                  <a:lnTo>
                    <a:pt x="1555965" y="5844324"/>
                  </a:lnTo>
                  <a:lnTo>
                    <a:pt x="1572336" y="5793524"/>
                  </a:lnTo>
                  <a:lnTo>
                    <a:pt x="1589024" y="5755424"/>
                  </a:lnTo>
                  <a:lnTo>
                    <a:pt x="1606016" y="5704624"/>
                  </a:lnTo>
                  <a:lnTo>
                    <a:pt x="1623314" y="5653824"/>
                  </a:lnTo>
                  <a:lnTo>
                    <a:pt x="1640916" y="5603024"/>
                  </a:lnTo>
                  <a:lnTo>
                    <a:pt x="1658810" y="5564924"/>
                  </a:lnTo>
                  <a:lnTo>
                    <a:pt x="1676996" y="5514124"/>
                  </a:lnTo>
                  <a:lnTo>
                    <a:pt x="1695488" y="5463324"/>
                  </a:lnTo>
                  <a:lnTo>
                    <a:pt x="1714258" y="5425224"/>
                  </a:lnTo>
                  <a:lnTo>
                    <a:pt x="1733308" y="5374424"/>
                  </a:lnTo>
                  <a:lnTo>
                    <a:pt x="1752650" y="5336324"/>
                  </a:lnTo>
                  <a:lnTo>
                    <a:pt x="1772272" y="5285524"/>
                  </a:lnTo>
                  <a:lnTo>
                    <a:pt x="1792173" y="5234724"/>
                  </a:lnTo>
                  <a:lnTo>
                    <a:pt x="1812340" y="5196624"/>
                  </a:lnTo>
                  <a:lnTo>
                    <a:pt x="1832775" y="5145824"/>
                  </a:lnTo>
                  <a:lnTo>
                    <a:pt x="1853476" y="5107724"/>
                  </a:lnTo>
                  <a:lnTo>
                    <a:pt x="1874443" y="5056924"/>
                  </a:lnTo>
                  <a:lnTo>
                    <a:pt x="1895665" y="5006124"/>
                  </a:lnTo>
                  <a:lnTo>
                    <a:pt x="1917153" y="4968024"/>
                  </a:lnTo>
                  <a:lnTo>
                    <a:pt x="1938883" y="4917224"/>
                  </a:lnTo>
                  <a:lnTo>
                    <a:pt x="1960867" y="4879124"/>
                  </a:lnTo>
                  <a:lnTo>
                    <a:pt x="1983105" y="4828324"/>
                  </a:lnTo>
                  <a:lnTo>
                    <a:pt x="2005584" y="4790224"/>
                  </a:lnTo>
                  <a:lnTo>
                    <a:pt x="2028291" y="4739424"/>
                  </a:lnTo>
                  <a:lnTo>
                    <a:pt x="2051253" y="4701324"/>
                  </a:lnTo>
                  <a:lnTo>
                    <a:pt x="2074443" y="4650524"/>
                  </a:lnTo>
                  <a:lnTo>
                    <a:pt x="2097862" y="4612424"/>
                  </a:lnTo>
                  <a:lnTo>
                    <a:pt x="2121509" y="4561624"/>
                  </a:lnTo>
                  <a:lnTo>
                    <a:pt x="2145373" y="4523524"/>
                  </a:lnTo>
                  <a:lnTo>
                    <a:pt x="2169477" y="4472724"/>
                  </a:lnTo>
                  <a:lnTo>
                    <a:pt x="2193785" y="4434624"/>
                  </a:lnTo>
                  <a:lnTo>
                    <a:pt x="2218309" y="4383824"/>
                  </a:lnTo>
                  <a:lnTo>
                    <a:pt x="2243048" y="4345724"/>
                  </a:lnTo>
                  <a:lnTo>
                    <a:pt x="2268004" y="4294924"/>
                  </a:lnTo>
                  <a:lnTo>
                    <a:pt x="2293175" y="4256824"/>
                  </a:lnTo>
                  <a:lnTo>
                    <a:pt x="2318537" y="4218724"/>
                  </a:lnTo>
                  <a:lnTo>
                    <a:pt x="2344115" y="4167924"/>
                  </a:lnTo>
                  <a:lnTo>
                    <a:pt x="2369896" y="4129824"/>
                  </a:lnTo>
                  <a:lnTo>
                    <a:pt x="2395867" y="4079024"/>
                  </a:lnTo>
                  <a:lnTo>
                    <a:pt x="2422055" y="4040924"/>
                  </a:lnTo>
                  <a:lnTo>
                    <a:pt x="2448420" y="4002824"/>
                  </a:lnTo>
                  <a:lnTo>
                    <a:pt x="2475001" y="3952024"/>
                  </a:lnTo>
                  <a:lnTo>
                    <a:pt x="2501760" y="3913924"/>
                  </a:lnTo>
                  <a:lnTo>
                    <a:pt x="2528709" y="3875824"/>
                  </a:lnTo>
                  <a:lnTo>
                    <a:pt x="2555849" y="3825024"/>
                  </a:lnTo>
                  <a:lnTo>
                    <a:pt x="2610688" y="3748824"/>
                  </a:lnTo>
                  <a:lnTo>
                    <a:pt x="2638374" y="3698024"/>
                  </a:lnTo>
                  <a:lnTo>
                    <a:pt x="2666250" y="3659924"/>
                  </a:lnTo>
                  <a:lnTo>
                    <a:pt x="2722511" y="3583724"/>
                  </a:lnTo>
                  <a:lnTo>
                    <a:pt x="2750909" y="3532924"/>
                  </a:lnTo>
                  <a:lnTo>
                    <a:pt x="2808211" y="3456724"/>
                  </a:lnTo>
                  <a:lnTo>
                    <a:pt x="2866186" y="3380524"/>
                  </a:lnTo>
                  <a:lnTo>
                    <a:pt x="2895409" y="3329724"/>
                  </a:lnTo>
                  <a:lnTo>
                    <a:pt x="2954350" y="3253524"/>
                  </a:lnTo>
                  <a:lnTo>
                    <a:pt x="3043910" y="3139224"/>
                  </a:lnTo>
                  <a:lnTo>
                    <a:pt x="3074073" y="3088424"/>
                  </a:lnTo>
                  <a:lnTo>
                    <a:pt x="3104375" y="3050324"/>
                  </a:lnTo>
                  <a:lnTo>
                    <a:pt x="3165487" y="2974124"/>
                  </a:lnTo>
                  <a:lnTo>
                    <a:pt x="3196425" y="2936024"/>
                  </a:lnTo>
                  <a:lnTo>
                    <a:pt x="3227603" y="2897924"/>
                  </a:lnTo>
                  <a:lnTo>
                    <a:pt x="3290684" y="2821724"/>
                  </a:lnTo>
                  <a:lnTo>
                    <a:pt x="3354565" y="2745524"/>
                  </a:lnTo>
                  <a:lnTo>
                    <a:pt x="3451631" y="2631224"/>
                  </a:lnTo>
                  <a:lnTo>
                    <a:pt x="3681488" y="2364524"/>
                  </a:lnTo>
                  <a:lnTo>
                    <a:pt x="3790454" y="2250224"/>
                  </a:lnTo>
                  <a:lnTo>
                    <a:pt x="3826776" y="2199424"/>
                  </a:lnTo>
                  <a:lnTo>
                    <a:pt x="3972153" y="2047024"/>
                  </a:lnTo>
                  <a:lnTo>
                    <a:pt x="4010774" y="2008924"/>
                  </a:lnTo>
                  <a:lnTo>
                    <a:pt x="4086733" y="1932724"/>
                  </a:lnTo>
                  <a:lnTo>
                    <a:pt x="4124388" y="1907324"/>
                  </a:lnTo>
                  <a:lnTo>
                    <a:pt x="4237990" y="1793024"/>
                  </a:lnTo>
                  <a:lnTo>
                    <a:pt x="4276623" y="1754924"/>
                  </a:lnTo>
                  <a:close/>
                </a:path>
              </a:pathLst>
            </a:custGeom>
            <a:solidFill>
              <a:srgbClr val="756F53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00884" y="342900"/>
            <a:ext cx="3278249" cy="32339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509239" y="9828900"/>
            <a:ext cx="106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25" dirty="0">
                <a:latin typeface="Arial Black"/>
                <a:cs typeface="Arial Black"/>
              </a:rPr>
              <a:t>1</a:t>
            </a:r>
            <a:r>
              <a:rPr sz="2700" b="1" spc="-120" baseline="1543" dirty="0">
                <a:latin typeface="Cambria"/>
                <a:cs typeface="Cambria"/>
              </a:rPr>
              <a:t>1</a:t>
            </a:r>
            <a:r>
              <a:rPr sz="1800" spc="-490" dirty="0">
                <a:latin typeface="Arial Black"/>
                <a:cs typeface="Arial Black"/>
              </a:rPr>
              <a:t>/</a:t>
            </a:r>
            <a:r>
              <a:rPr sz="2700" b="1" spc="-247" baseline="1543" dirty="0">
                <a:latin typeface="Cambria"/>
                <a:cs typeface="Cambria"/>
              </a:rPr>
              <a:t>/</a:t>
            </a:r>
            <a:r>
              <a:rPr sz="1800" spc="-1060" dirty="0">
                <a:latin typeface="Arial Black"/>
                <a:cs typeface="Arial Black"/>
              </a:rPr>
              <a:t>8</a:t>
            </a:r>
            <a:r>
              <a:rPr sz="2700" b="1" spc="-330" baseline="1543" dirty="0">
                <a:latin typeface="Cambria"/>
                <a:cs typeface="Cambria"/>
              </a:rPr>
              <a:t>8</a:t>
            </a:r>
            <a:r>
              <a:rPr sz="1800" spc="-405" dirty="0">
                <a:latin typeface="Arial Black"/>
                <a:cs typeface="Arial Black"/>
              </a:rPr>
              <a:t>/</a:t>
            </a:r>
            <a:r>
              <a:rPr sz="2700" b="1" spc="-457" baseline="1543" dirty="0">
                <a:latin typeface="Cambria"/>
                <a:cs typeface="Cambria"/>
              </a:rPr>
              <a:t>/</a:t>
            </a:r>
            <a:r>
              <a:rPr sz="1800" spc="-890" dirty="0">
                <a:latin typeface="Arial Black"/>
                <a:cs typeface="Arial Black"/>
              </a:rPr>
              <a:t>2</a:t>
            </a:r>
            <a:r>
              <a:rPr sz="2700" b="1" spc="-540" baseline="1543" dirty="0">
                <a:latin typeface="Cambria"/>
                <a:cs typeface="Cambria"/>
              </a:rPr>
              <a:t>2</a:t>
            </a:r>
            <a:r>
              <a:rPr sz="1800" spc="-825" dirty="0">
                <a:latin typeface="Arial Black"/>
                <a:cs typeface="Arial Black"/>
              </a:rPr>
              <a:t>0</a:t>
            </a:r>
            <a:r>
              <a:rPr sz="2700" b="1" spc="-630" baseline="1543" dirty="0">
                <a:latin typeface="Cambria"/>
                <a:cs typeface="Cambria"/>
              </a:rPr>
              <a:t>0</a:t>
            </a:r>
            <a:r>
              <a:rPr sz="1800" spc="-755" dirty="0">
                <a:latin typeface="Arial Black"/>
                <a:cs typeface="Arial Black"/>
              </a:rPr>
              <a:t>2</a:t>
            </a:r>
            <a:r>
              <a:rPr sz="2700" b="1" spc="-712" baseline="1543" dirty="0">
                <a:latin typeface="Cambria"/>
                <a:cs typeface="Cambria"/>
              </a:rPr>
              <a:t>2</a:t>
            </a:r>
            <a:r>
              <a:rPr sz="1800" spc="-685" dirty="0">
                <a:latin typeface="Arial Black"/>
                <a:cs typeface="Arial Black"/>
              </a:rPr>
              <a:t>6</a:t>
            </a:r>
            <a:r>
              <a:rPr sz="2700" b="1" spc="-30" baseline="1543" dirty="0">
                <a:latin typeface="Cambria"/>
                <a:cs typeface="Cambria"/>
              </a:rPr>
              <a:t>6</a:t>
            </a:r>
            <a:endParaRPr sz="2700" baseline="1543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8745" y="5405119"/>
            <a:ext cx="656272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ts val="4260"/>
              </a:lnSpc>
              <a:spcBef>
                <a:spcPts val="100"/>
              </a:spcBef>
              <a:tabLst>
                <a:tab pos="3001010" algn="l"/>
              </a:tabLst>
            </a:pPr>
            <a:r>
              <a:rPr sz="3600" spc="-10" dirty="0">
                <a:latin typeface="Tahoma"/>
                <a:cs typeface="Tahoma"/>
              </a:rPr>
              <a:t>IT22131188|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509" dirty="0">
                <a:latin typeface="Tahoma"/>
                <a:cs typeface="Tahoma"/>
              </a:rPr>
              <a:t>Gamage</a:t>
            </a:r>
            <a:r>
              <a:rPr sz="3600" spc="-12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P.U</a:t>
            </a:r>
            <a:endParaRPr sz="3600" dirty="0">
              <a:latin typeface="Tahoma"/>
              <a:cs typeface="Tahoma"/>
            </a:endParaRPr>
          </a:p>
          <a:p>
            <a:pPr marL="12700">
              <a:lnSpc>
                <a:spcPts val="3180"/>
              </a:lnSpc>
            </a:pPr>
            <a:r>
              <a:rPr sz="2700" spc="140" dirty="0">
                <a:latin typeface="Tahoma"/>
                <a:cs typeface="Tahoma"/>
              </a:rPr>
              <a:t>Specialization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-215" dirty="0">
                <a:latin typeface="Tahoma"/>
                <a:cs typeface="Tahoma"/>
              </a:rPr>
              <a:t>: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00" dirty="0">
                <a:latin typeface="Tahoma"/>
                <a:cs typeface="Tahoma"/>
              </a:rPr>
              <a:t>Information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40" dirty="0">
                <a:latin typeface="Tahoma"/>
                <a:cs typeface="Tahoma"/>
              </a:rPr>
              <a:t>Technology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19601" y="1976118"/>
            <a:ext cx="8839200" cy="14952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5700"/>
              </a:lnSpc>
              <a:spcBef>
                <a:spcPts val="259"/>
              </a:spcBef>
            </a:pPr>
            <a:r>
              <a:rPr lang="en-US" sz="7200" spc="-475" dirty="0">
                <a:solidFill>
                  <a:srgbClr val="000000"/>
                </a:solidFill>
                <a:latin typeface="+mn-lt"/>
                <a:cs typeface="Arial Black"/>
              </a:rPr>
              <a:t>Soil</a:t>
            </a:r>
            <a:r>
              <a:rPr lang="en-US" sz="7200" spc="-260" dirty="0">
                <a:solidFill>
                  <a:srgbClr val="000000"/>
                </a:solidFill>
                <a:latin typeface="+mn-lt"/>
                <a:cs typeface="Arial Black"/>
              </a:rPr>
              <a:t> </a:t>
            </a:r>
            <a:r>
              <a:rPr lang="en-US" sz="7200" spc="-320" dirty="0">
                <a:solidFill>
                  <a:srgbClr val="000000"/>
                </a:solidFill>
                <a:latin typeface="+mn-lt"/>
                <a:cs typeface="Arial Black"/>
              </a:rPr>
              <a:t>Control</a:t>
            </a:r>
            <a:r>
              <a:rPr lang="en-US" sz="7200" spc="-254" dirty="0">
                <a:solidFill>
                  <a:srgbClr val="000000"/>
                </a:solidFill>
                <a:latin typeface="+mn-lt"/>
                <a:cs typeface="Arial Black"/>
              </a:rPr>
              <a:t> </a:t>
            </a:r>
            <a:r>
              <a:rPr lang="en-US" sz="7200" spc="-315" dirty="0">
                <a:solidFill>
                  <a:srgbClr val="000000"/>
                </a:solidFill>
                <a:latin typeface="+mn-lt"/>
                <a:cs typeface="Arial Black"/>
              </a:rPr>
              <a:t>Monitoring </a:t>
            </a:r>
            <a:r>
              <a:rPr lang="en-US" sz="7200" spc="-315" dirty="0" smtClean="0">
                <a:solidFill>
                  <a:srgbClr val="000000"/>
                </a:solidFill>
                <a:latin typeface="+mn-lt"/>
                <a:cs typeface="Arial Black"/>
              </a:rPr>
              <a:t>   </a:t>
            </a:r>
            <a:r>
              <a:rPr lang="en-US" sz="7200" spc="-65" dirty="0" smtClean="0">
                <a:solidFill>
                  <a:srgbClr val="000000"/>
                </a:solidFill>
                <a:latin typeface="+mn-lt"/>
                <a:cs typeface="Arial Black"/>
              </a:rPr>
              <a:t>Module</a:t>
            </a:r>
            <a:endParaRPr lang="en-US" sz="7200" dirty="0">
              <a:latin typeface="+mn-lt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65039" y="9624694"/>
            <a:ext cx="434149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70" dirty="0">
                <a:latin typeface="Tahoma"/>
                <a:cs typeface="Tahoma"/>
              </a:rPr>
              <a:t>IT22131188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385" dirty="0">
                <a:latin typeface="Tahoma"/>
                <a:cs typeface="Tahoma"/>
              </a:rPr>
              <a:t>Gamage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-25" dirty="0">
                <a:latin typeface="Tahoma"/>
                <a:cs typeface="Tahoma"/>
              </a:rPr>
              <a:t>P.U</a:t>
            </a:r>
            <a:endParaRPr sz="27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4744" y="474922"/>
            <a:ext cx="17767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0000"/>
                </a:solidFill>
              </a:rPr>
              <a:t>PROBLEM</a:t>
            </a:r>
            <a:endParaRPr sz="30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486519" y="1106747"/>
            <a:ext cx="76200" cy="2609850"/>
            <a:chOff x="1486519" y="1106747"/>
            <a:chExt cx="76200" cy="26098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519" y="1106747"/>
              <a:ext cx="76200" cy="76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519" y="1830647"/>
              <a:ext cx="76200" cy="761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519" y="2554547"/>
              <a:ext cx="76200" cy="76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519" y="2916497"/>
              <a:ext cx="76200" cy="76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519" y="3640397"/>
              <a:ext cx="76200" cy="7619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0368914" y="1779231"/>
            <a:ext cx="152400" cy="4419600"/>
            <a:chOff x="10368914" y="1779231"/>
            <a:chExt cx="152400" cy="44196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8914" y="1779231"/>
              <a:ext cx="76200" cy="76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8914" y="2503131"/>
              <a:ext cx="76200" cy="76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5114" y="3588981"/>
              <a:ext cx="76200" cy="761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8914" y="3950931"/>
              <a:ext cx="76200" cy="761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8914" y="5398731"/>
              <a:ext cx="76200" cy="76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8914" y="5760681"/>
              <a:ext cx="76200" cy="761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45114" y="6122631"/>
              <a:ext cx="76200" cy="761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137139" y="833081"/>
            <a:ext cx="6684009" cy="547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95"/>
              </a:lnSpc>
              <a:spcBef>
                <a:spcPts val="100"/>
              </a:spcBef>
            </a:pP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SOLUTION</a:t>
            </a:r>
            <a:endParaRPr sz="2700">
              <a:latin typeface="Cambria"/>
              <a:cs typeface="Cambria"/>
            </a:endParaRPr>
          </a:p>
          <a:p>
            <a:pPr marL="415290">
              <a:lnSpc>
                <a:spcPts val="2745"/>
              </a:lnSpc>
            </a:pPr>
            <a:r>
              <a:rPr sz="2400" b="1" dirty="0">
                <a:solidFill>
                  <a:srgbClr val="8B52FF"/>
                </a:solidFill>
                <a:latin typeface="Cambria"/>
                <a:cs typeface="Cambria"/>
              </a:rPr>
              <a:t>IoT Soil Monitoring </a:t>
            </a:r>
            <a:r>
              <a:rPr sz="2400" b="1" spc="-10" dirty="0">
                <a:solidFill>
                  <a:srgbClr val="8B52FF"/>
                </a:solidFill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  <a:p>
            <a:pPr marL="446405" marR="286385">
              <a:lnSpc>
                <a:spcPts val="2850"/>
              </a:lnSpc>
              <a:spcBef>
                <a:spcPts val="30"/>
              </a:spcBef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ESP32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environmental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446405">
              <a:lnSpc>
                <a:spcPts val="2760"/>
              </a:lnSpc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backend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MQTT.</a:t>
            </a:r>
            <a:endParaRPr sz="2400">
              <a:latin typeface="Calibri"/>
              <a:cs typeface="Calibri"/>
            </a:endParaRPr>
          </a:p>
          <a:p>
            <a:pPr marL="494665">
              <a:lnSpc>
                <a:spcPts val="2865"/>
              </a:lnSpc>
              <a:spcBef>
                <a:spcPts val="2820"/>
              </a:spcBef>
            </a:pPr>
            <a:r>
              <a:rPr sz="2400" b="1" spc="-20" dirty="0">
                <a:solidFill>
                  <a:srgbClr val="8B52FF"/>
                </a:solidFill>
                <a:latin typeface="Calibri"/>
                <a:cs typeface="Calibri"/>
              </a:rPr>
              <a:t>GPS-</a:t>
            </a:r>
            <a:r>
              <a:rPr sz="2400" b="1" dirty="0">
                <a:solidFill>
                  <a:srgbClr val="8B52FF"/>
                </a:solidFill>
                <a:latin typeface="Calibri"/>
                <a:cs typeface="Calibri"/>
              </a:rPr>
              <a:t>Based</a:t>
            </a:r>
            <a:r>
              <a:rPr sz="2400" b="1" spc="-15" dirty="0">
                <a:solidFill>
                  <a:srgbClr val="8B52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B52FF"/>
                </a:solidFill>
                <a:latin typeface="Calibri"/>
                <a:cs typeface="Calibri"/>
              </a:rPr>
              <a:t>Soil</a:t>
            </a:r>
            <a:r>
              <a:rPr sz="2400" b="1" spc="-15" dirty="0">
                <a:solidFill>
                  <a:srgbClr val="8B52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8B52FF"/>
                </a:solidFill>
                <a:latin typeface="Calibri"/>
                <a:cs typeface="Calibri"/>
              </a:rPr>
              <a:t>Mapping</a:t>
            </a:r>
            <a:endParaRPr sz="2400">
              <a:latin typeface="Calibri"/>
              <a:cs typeface="Calibri"/>
            </a:endParaRPr>
          </a:p>
          <a:p>
            <a:pPr marL="530225">
              <a:lnSpc>
                <a:spcPts val="2850"/>
              </a:lnSpc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GPS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location.</a:t>
            </a:r>
            <a:endParaRPr sz="2400">
              <a:latin typeface="Calibri"/>
              <a:cs typeface="Calibri"/>
            </a:endParaRPr>
          </a:p>
          <a:p>
            <a:pPr marL="446405" marR="5080">
              <a:lnSpc>
                <a:spcPts val="285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Farmers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warning,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areas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map.</a:t>
            </a:r>
            <a:endParaRPr sz="2400">
              <a:latin typeface="Calibri"/>
              <a:cs typeface="Calibri"/>
            </a:endParaRPr>
          </a:p>
          <a:p>
            <a:pPr marL="415290">
              <a:lnSpc>
                <a:spcPts val="2790"/>
              </a:lnSpc>
              <a:spcBef>
                <a:spcPts val="2880"/>
              </a:spcBef>
            </a:pPr>
            <a:r>
              <a:rPr sz="2400" b="1" dirty="0">
                <a:solidFill>
                  <a:srgbClr val="8B52FF"/>
                </a:solidFill>
                <a:latin typeface="Cambria"/>
                <a:cs typeface="Cambria"/>
              </a:rPr>
              <a:t>ML </a:t>
            </a:r>
            <a:r>
              <a:rPr sz="2400" b="1" spc="-10" dirty="0">
                <a:solidFill>
                  <a:srgbClr val="8B52FF"/>
                </a:solidFill>
                <a:latin typeface="Cambria"/>
                <a:cs typeface="Cambria"/>
              </a:rPr>
              <a:t>Support</a:t>
            </a:r>
            <a:endParaRPr sz="2400">
              <a:latin typeface="Cambria"/>
              <a:cs typeface="Cambria"/>
            </a:endParaRPr>
          </a:p>
          <a:p>
            <a:pPr marL="446405" marR="120650">
              <a:lnSpc>
                <a:spcPts val="2850"/>
              </a:lnSpc>
              <a:spcBef>
                <a:spcPts val="30"/>
              </a:spcBef>
            </a:pPr>
            <a:r>
              <a:rPr sz="2400" dirty="0">
                <a:latin typeface="Calibri"/>
                <a:cs typeface="Calibri"/>
              </a:rPr>
              <a:t>Past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understand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behavior.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trends.</a:t>
            </a:r>
            <a:endParaRPr sz="2400">
              <a:latin typeface="Calibri"/>
              <a:cs typeface="Calibri"/>
            </a:endParaRPr>
          </a:p>
          <a:p>
            <a:pPr marL="530225">
              <a:lnSpc>
                <a:spcPts val="2760"/>
              </a:lnSpc>
            </a:pP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kept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controlled.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037133" y="5705474"/>
            <a:ext cx="95250" cy="2266950"/>
            <a:chOff x="1037133" y="5705474"/>
            <a:chExt cx="95250" cy="226695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133" y="5705474"/>
              <a:ext cx="95250" cy="95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133" y="6429374"/>
              <a:ext cx="95250" cy="952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133" y="6791324"/>
              <a:ext cx="95250" cy="952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133" y="7153274"/>
              <a:ext cx="95250" cy="9524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133" y="7515224"/>
              <a:ext cx="95250" cy="952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133" y="7877174"/>
              <a:ext cx="95250" cy="9524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33933" y="903547"/>
            <a:ext cx="8459470" cy="71812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86741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Calibri"/>
                <a:cs typeface="Calibri"/>
              </a:rPr>
              <a:t>Farmers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mostly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manually,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soil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changes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missed.</a:t>
            </a:r>
            <a:endParaRPr sz="2400" dirty="0">
              <a:latin typeface="Calibri"/>
              <a:cs typeface="Calibri"/>
            </a:endParaRPr>
          </a:p>
          <a:p>
            <a:pPr marL="867410" marR="556260">
              <a:lnSpc>
                <a:spcPts val="2850"/>
              </a:lnSpc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reading,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over- irrigation.</a:t>
            </a:r>
            <a:endParaRPr sz="2400" dirty="0">
              <a:latin typeface="Calibri"/>
              <a:cs typeface="Calibri"/>
            </a:endParaRPr>
          </a:p>
          <a:p>
            <a:pPr marL="867410">
              <a:lnSpc>
                <a:spcPts val="2745"/>
              </a:lnSpc>
            </a:pPr>
            <a:r>
              <a:rPr sz="2400" dirty="0">
                <a:latin typeface="Calibri"/>
                <a:cs typeface="Calibri"/>
              </a:rPr>
              <a:t>Existing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specifically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Anthurium.</a:t>
            </a:r>
            <a:endParaRPr sz="2400" dirty="0">
              <a:latin typeface="Calibri"/>
              <a:cs typeface="Calibri"/>
            </a:endParaRPr>
          </a:p>
          <a:p>
            <a:pPr marL="867410" marR="539750">
              <a:lnSpc>
                <a:spcPts val="285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Farmers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suitable</a:t>
            </a:r>
            <a:r>
              <a:rPr sz="2400" spc="-25" dirty="0">
                <a:latin typeface="Calibri"/>
                <a:cs typeface="Calibri"/>
              </a:rPr>
              <a:t> or </a:t>
            </a:r>
            <a:r>
              <a:rPr sz="2400" dirty="0">
                <a:latin typeface="Calibri"/>
                <a:cs typeface="Calibri"/>
              </a:rPr>
              <a:t>risky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cultivation.</a:t>
            </a:r>
            <a:endParaRPr sz="2400" dirty="0">
              <a:latin typeface="Calibri"/>
              <a:cs typeface="Calibri"/>
            </a:endParaRPr>
          </a:p>
          <a:p>
            <a:pPr marL="867410" marR="883919">
              <a:lnSpc>
                <a:spcPts val="2850"/>
              </a:lnSpc>
            </a:pPr>
            <a:r>
              <a:rPr sz="2400" dirty="0">
                <a:latin typeface="Calibri"/>
                <a:cs typeface="Calibri"/>
              </a:rPr>
              <a:t>Sensor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short-term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filtered, </a:t>
            </a:r>
            <a:r>
              <a:rPr sz="2400" dirty="0">
                <a:latin typeface="Calibri"/>
                <a:cs typeface="Calibri"/>
              </a:rPr>
              <a:t>damaging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roots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nutrients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518159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3229"/>
              </a:lnSpc>
            </a:pPr>
            <a:r>
              <a:rPr sz="2700" b="1" dirty="0">
                <a:solidFill>
                  <a:srgbClr val="FF0000"/>
                </a:solidFill>
                <a:latin typeface="Cambria"/>
                <a:cs typeface="Cambria"/>
              </a:rPr>
              <a:t>USER</a:t>
            </a:r>
            <a:r>
              <a:rPr sz="27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REQUIREMENTS</a:t>
            </a:r>
            <a:endParaRPr sz="2700" dirty="0">
              <a:latin typeface="Cambria"/>
              <a:cs typeface="Cambria"/>
            </a:endParaRPr>
          </a:p>
          <a:p>
            <a:pPr marL="446405" marR="364490">
              <a:lnSpc>
                <a:spcPts val="2850"/>
              </a:lnSpc>
              <a:spcBef>
                <a:spcPts val="110"/>
              </a:spcBef>
            </a:pPr>
            <a:r>
              <a:rPr sz="2400" dirty="0">
                <a:latin typeface="Arial MT"/>
                <a:cs typeface="Arial MT"/>
              </a:rPr>
              <a:t>Monitor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soil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moisture,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temperature,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humidity,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NPK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 dirty="0">
              <a:latin typeface="Arial MT"/>
              <a:cs typeface="Arial MT"/>
            </a:endParaRPr>
          </a:p>
          <a:p>
            <a:pPr marL="446405" marR="126364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soil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specifically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Anthurium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plants.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soil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condition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GPS.</a:t>
            </a:r>
            <a:endParaRPr sz="2400" dirty="0">
              <a:latin typeface="Arial MT"/>
              <a:cs typeface="Arial MT"/>
            </a:endParaRPr>
          </a:p>
          <a:p>
            <a:pPr marL="446405" marR="788035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clear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warnings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before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irrigation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actions.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mobile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instead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numbers. </a:t>
            </a:r>
            <a:r>
              <a:rPr sz="2400" dirty="0">
                <a:latin typeface="Arial MT"/>
                <a:cs typeface="Arial MT"/>
              </a:rPr>
              <a:t>Avoid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false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alerts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temporary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3293" y="117234"/>
            <a:ext cx="8724900" cy="4568190"/>
          </a:xfrm>
          <a:custGeom>
            <a:avLst/>
            <a:gdLst/>
            <a:ahLst/>
            <a:cxnLst/>
            <a:rect l="l" t="t" r="r" b="b"/>
            <a:pathLst>
              <a:path w="8724900" h="4568190">
                <a:moveTo>
                  <a:pt x="777048" y="4567904"/>
                </a:moveTo>
                <a:lnTo>
                  <a:pt x="775492" y="4567904"/>
                </a:lnTo>
                <a:lnTo>
                  <a:pt x="729719" y="4566501"/>
                </a:lnTo>
                <a:lnTo>
                  <a:pt x="683137" y="4562327"/>
                </a:lnTo>
                <a:lnTo>
                  <a:pt x="637387" y="4555462"/>
                </a:lnTo>
                <a:lnTo>
                  <a:pt x="592548" y="4545987"/>
                </a:lnTo>
                <a:lnTo>
                  <a:pt x="548703" y="4533983"/>
                </a:lnTo>
                <a:lnTo>
                  <a:pt x="505932" y="4519531"/>
                </a:lnTo>
                <a:lnTo>
                  <a:pt x="464317" y="4502712"/>
                </a:lnTo>
                <a:lnTo>
                  <a:pt x="423939" y="4483607"/>
                </a:lnTo>
                <a:lnTo>
                  <a:pt x="384880" y="4462296"/>
                </a:lnTo>
                <a:lnTo>
                  <a:pt x="347221" y="4438862"/>
                </a:lnTo>
                <a:lnTo>
                  <a:pt x="311156" y="4413463"/>
                </a:lnTo>
                <a:lnTo>
                  <a:pt x="276427" y="4385943"/>
                </a:lnTo>
                <a:lnTo>
                  <a:pt x="243455" y="4356621"/>
                </a:lnTo>
                <a:lnTo>
                  <a:pt x="212209" y="4325499"/>
                </a:lnTo>
                <a:lnTo>
                  <a:pt x="182769" y="4292658"/>
                </a:lnTo>
                <a:lnTo>
                  <a:pt x="155217" y="4258177"/>
                </a:lnTo>
                <a:lnTo>
                  <a:pt x="129633" y="4222139"/>
                </a:lnTo>
                <a:lnTo>
                  <a:pt x="106101" y="4184625"/>
                </a:lnTo>
                <a:lnTo>
                  <a:pt x="84700" y="4145715"/>
                </a:lnTo>
                <a:lnTo>
                  <a:pt x="65513" y="4105490"/>
                </a:lnTo>
                <a:lnTo>
                  <a:pt x="48620" y="4064031"/>
                </a:lnTo>
                <a:lnTo>
                  <a:pt x="34102" y="4021420"/>
                </a:lnTo>
                <a:lnTo>
                  <a:pt x="22042" y="3977736"/>
                </a:lnTo>
                <a:lnTo>
                  <a:pt x="12521" y="3933062"/>
                </a:lnTo>
                <a:lnTo>
                  <a:pt x="5619" y="3887478"/>
                </a:lnTo>
                <a:lnTo>
                  <a:pt x="1528" y="3842278"/>
                </a:lnTo>
                <a:lnTo>
                  <a:pt x="1418" y="3841064"/>
                </a:lnTo>
                <a:lnTo>
                  <a:pt x="0" y="3793903"/>
                </a:lnTo>
                <a:lnTo>
                  <a:pt x="0" y="774001"/>
                </a:lnTo>
                <a:lnTo>
                  <a:pt x="1418" y="726850"/>
                </a:lnTo>
                <a:lnTo>
                  <a:pt x="5619" y="680446"/>
                </a:lnTo>
                <a:lnTo>
                  <a:pt x="12521" y="634870"/>
                </a:lnTo>
                <a:lnTo>
                  <a:pt x="22042" y="590203"/>
                </a:lnTo>
                <a:lnTo>
                  <a:pt x="34102" y="546527"/>
                </a:lnTo>
                <a:lnTo>
                  <a:pt x="48620" y="503922"/>
                </a:lnTo>
                <a:lnTo>
                  <a:pt x="65513" y="462468"/>
                </a:lnTo>
                <a:lnTo>
                  <a:pt x="84700" y="422248"/>
                </a:lnTo>
                <a:lnTo>
                  <a:pt x="106101" y="383342"/>
                </a:lnTo>
                <a:lnTo>
                  <a:pt x="129633" y="345831"/>
                </a:lnTo>
                <a:lnTo>
                  <a:pt x="155217" y="309795"/>
                </a:lnTo>
                <a:lnTo>
                  <a:pt x="182769" y="275316"/>
                </a:lnTo>
                <a:lnTo>
                  <a:pt x="212209" y="242476"/>
                </a:lnTo>
                <a:lnTo>
                  <a:pt x="243455" y="211353"/>
                </a:lnTo>
                <a:lnTo>
                  <a:pt x="276427" y="182031"/>
                </a:lnTo>
                <a:lnTo>
                  <a:pt x="311043" y="154589"/>
                </a:lnTo>
                <a:lnTo>
                  <a:pt x="347221" y="129108"/>
                </a:lnTo>
                <a:lnTo>
                  <a:pt x="384880" y="105671"/>
                </a:lnTo>
                <a:lnTo>
                  <a:pt x="423939" y="84356"/>
                </a:lnTo>
                <a:lnTo>
                  <a:pt x="464317" y="65246"/>
                </a:lnTo>
                <a:lnTo>
                  <a:pt x="505932" y="48422"/>
                </a:lnTo>
                <a:lnTo>
                  <a:pt x="548703" y="33963"/>
                </a:lnTo>
                <a:lnTo>
                  <a:pt x="592548" y="21952"/>
                </a:lnTo>
                <a:lnTo>
                  <a:pt x="637387" y="12469"/>
                </a:lnTo>
                <a:lnTo>
                  <a:pt x="683137" y="5596"/>
                </a:lnTo>
                <a:lnTo>
                  <a:pt x="729719" y="1412"/>
                </a:lnTo>
                <a:lnTo>
                  <a:pt x="777049" y="0"/>
                </a:lnTo>
                <a:lnTo>
                  <a:pt x="7947851" y="0"/>
                </a:lnTo>
                <a:lnTo>
                  <a:pt x="7947851" y="19050"/>
                </a:lnTo>
                <a:lnTo>
                  <a:pt x="777049" y="19050"/>
                </a:lnTo>
                <a:lnTo>
                  <a:pt x="777049" y="38100"/>
                </a:lnTo>
                <a:lnTo>
                  <a:pt x="728459" y="39665"/>
                </a:lnTo>
                <a:lnTo>
                  <a:pt x="680709" y="44298"/>
                </a:lnTo>
                <a:lnTo>
                  <a:pt x="633896" y="51900"/>
                </a:lnTo>
                <a:lnTo>
                  <a:pt x="588117" y="62375"/>
                </a:lnTo>
                <a:lnTo>
                  <a:pt x="543470" y="75625"/>
                </a:lnTo>
                <a:lnTo>
                  <a:pt x="500052" y="91554"/>
                </a:lnTo>
                <a:lnTo>
                  <a:pt x="457961" y="110064"/>
                </a:lnTo>
                <a:lnTo>
                  <a:pt x="417294" y="131058"/>
                </a:lnTo>
                <a:lnTo>
                  <a:pt x="378147" y="154440"/>
                </a:lnTo>
                <a:lnTo>
                  <a:pt x="340620" y="180112"/>
                </a:lnTo>
                <a:lnTo>
                  <a:pt x="304808" y="207977"/>
                </a:lnTo>
                <a:lnTo>
                  <a:pt x="270809" y="237938"/>
                </a:lnTo>
                <a:lnTo>
                  <a:pt x="238720" y="269898"/>
                </a:lnTo>
                <a:lnTo>
                  <a:pt x="208639" y="303760"/>
                </a:lnTo>
                <a:lnTo>
                  <a:pt x="180664" y="339426"/>
                </a:lnTo>
                <a:lnTo>
                  <a:pt x="154890" y="376801"/>
                </a:lnTo>
                <a:lnTo>
                  <a:pt x="131417" y="415786"/>
                </a:lnTo>
                <a:lnTo>
                  <a:pt x="110340" y="456284"/>
                </a:lnTo>
                <a:lnTo>
                  <a:pt x="91758" y="498199"/>
                </a:lnTo>
                <a:lnTo>
                  <a:pt x="75768" y="541434"/>
                </a:lnTo>
                <a:lnTo>
                  <a:pt x="62467" y="585891"/>
                </a:lnTo>
                <a:lnTo>
                  <a:pt x="51952" y="631473"/>
                </a:lnTo>
                <a:lnTo>
                  <a:pt x="44321" y="678084"/>
                </a:lnTo>
                <a:lnTo>
                  <a:pt x="39671" y="725625"/>
                </a:lnTo>
                <a:lnTo>
                  <a:pt x="38100" y="774001"/>
                </a:lnTo>
                <a:lnTo>
                  <a:pt x="38100" y="3793903"/>
                </a:lnTo>
                <a:lnTo>
                  <a:pt x="39632" y="3841064"/>
                </a:lnTo>
                <a:lnTo>
                  <a:pt x="44321" y="3889820"/>
                </a:lnTo>
                <a:lnTo>
                  <a:pt x="51952" y="3936430"/>
                </a:lnTo>
                <a:lnTo>
                  <a:pt x="62467" y="3982012"/>
                </a:lnTo>
                <a:lnTo>
                  <a:pt x="75768" y="4026469"/>
                </a:lnTo>
                <a:lnTo>
                  <a:pt x="91758" y="4069704"/>
                </a:lnTo>
                <a:lnTo>
                  <a:pt x="110340" y="4111619"/>
                </a:lnTo>
                <a:lnTo>
                  <a:pt x="131417" y="4152118"/>
                </a:lnTo>
                <a:lnTo>
                  <a:pt x="154890" y="4191103"/>
                </a:lnTo>
                <a:lnTo>
                  <a:pt x="180664" y="4228477"/>
                </a:lnTo>
                <a:lnTo>
                  <a:pt x="208639" y="4264144"/>
                </a:lnTo>
                <a:lnTo>
                  <a:pt x="238720" y="4298005"/>
                </a:lnTo>
                <a:lnTo>
                  <a:pt x="270809" y="4329965"/>
                </a:lnTo>
                <a:lnTo>
                  <a:pt x="304808" y="4359926"/>
                </a:lnTo>
                <a:lnTo>
                  <a:pt x="340620" y="4387791"/>
                </a:lnTo>
                <a:lnTo>
                  <a:pt x="378147" y="4413463"/>
                </a:lnTo>
                <a:lnTo>
                  <a:pt x="417294" y="4436845"/>
                </a:lnTo>
                <a:lnTo>
                  <a:pt x="457961" y="4457839"/>
                </a:lnTo>
                <a:lnTo>
                  <a:pt x="500052" y="4476349"/>
                </a:lnTo>
                <a:lnTo>
                  <a:pt x="543470" y="4492278"/>
                </a:lnTo>
                <a:lnTo>
                  <a:pt x="588117" y="4505529"/>
                </a:lnTo>
                <a:lnTo>
                  <a:pt x="633896" y="4516003"/>
                </a:lnTo>
                <a:lnTo>
                  <a:pt x="680709" y="4523605"/>
                </a:lnTo>
                <a:lnTo>
                  <a:pt x="728459" y="4528238"/>
                </a:lnTo>
                <a:lnTo>
                  <a:pt x="777049" y="4529804"/>
                </a:lnTo>
                <a:lnTo>
                  <a:pt x="8188459" y="4529804"/>
                </a:lnTo>
                <a:lnTo>
                  <a:pt x="8176068" y="4533983"/>
                </a:lnTo>
                <a:lnTo>
                  <a:pt x="8132206" y="4545987"/>
                </a:lnTo>
                <a:lnTo>
                  <a:pt x="8118648" y="4548854"/>
                </a:lnTo>
                <a:lnTo>
                  <a:pt x="777049" y="4548854"/>
                </a:lnTo>
                <a:lnTo>
                  <a:pt x="777048" y="4567904"/>
                </a:lnTo>
                <a:close/>
              </a:path>
              <a:path w="8724900" h="4568190">
                <a:moveTo>
                  <a:pt x="8188459" y="4529804"/>
                </a:moveTo>
                <a:lnTo>
                  <a:pt x="7947851" y="4529804"/>
                </a:lnTo>
                <a:lnTo>
                  <a:pt x="7996441" y="4528238"/>
                </a:lnTo>
                <a:lnTo>
                  <a:pt x="8044191" y="4523605"/>
                </a:lnTo>
                <a:lnTo>
                  <a:pt x="8091004" y="4516003"/>
                </a:lnTo>
                <a:lnTo>
                  <a:pt x="8136782" y="4505529"/>
                </a:lnTo>
                <a:lnTo>
                  <a:pt x="8181429" y="4492278"/>
                </a:lnTo>
                <a:lnTo>
                  <a:pt x="8224847" y="4476349"/>
                </a:lnTo>
                <a:lnTo>
                  <a:pt x="8266938" y="4457839"/>
                </a:lnTo>
                <a:lnTo>
                  <a:pt x="8307605" y="4436845"/>
                </a:lnTo>
                <a:lnTo>
                  <a:pt x="8346752" y="4413463"/>
                </a:lnTo>
                <a:lnTo>
                  <a:pt x="8384279" y="4387791"/>
                </a:lnTo>
                <a:lnTo>
                  <a:pt x="8420091" y="4359926"/>
                </a:lnTo>
                <a:lnTo>
                  <a:pt x="8454090" y="4329965"/>
                </a:lnTo>
                <a:lnTo>
                  <a:pt x="8486179" y="4298005"/>
                </a:lnTo>
                <a:lnTo>
                  <a:pt x="8516260" y="4264144"/>
                </a:lnTo>
                <a:lnTo>
                  <a:pt x="8544235" y="4228477"/>
                </a:lnTo>
                <a:lnTo>
                  <a:pt x="8570009" y="4191103"/>
                </a:lnTo>
                <a:lnTo>
                  <a:pt x="8593482" y="4152118"/>
                </a:lnTo>
                <a:lnTo>
                  <a:pt x="8614558" y="4111619"/>
                </a:lnTo>
                <a:lnTo>
                  <a:pt x="8633140" y="4069704"/>
                </a:lnTo>
                <a:lnTo>
                  <a:pt x="8649131" y="4026469"/>
                </a:lnTo>
                <a:lnTo>
                  <a:pt x="8662432" y="3982012"/>
                </a:lnTo>
                <a:lnTo>
                  <a:pt x="8672947" y="3936430"/>
                </a:lnTo>
                <a:lnTo>
                  <a:pt x="8680578" y="3889820"/>
                </a:lnTo>
                <a:lnTo>
                  <a:pt x="8685228" y="3842278"/>
                </a:lnTo>
                <a:lnTo>
                  <a:pt x="8686799" y="3793903"/>
                </a:lnTo>
                <a:lnTo>
                  <a:pt x="8686799" y="774001"/>
                </a:lnTo>
                <a:lnTo>
                  <a:pt x="8685268" y="726850"/>
                </a:lnTo>
                <a:lnTo>
                  <a:pt x="8685228" y="725625"/>
                </a:lnTo>
                <a:lnTo>
                  <a:pt x="8680578" y="678084"/>
                </a:lnTo>
                <a:lnTo>
                  <a:pt x="8672947" y="631473"/>
                </a:lnTo>
                <a:lnTo>
                  <a:pt x="8662432" y="585891"/>
                </a:lnTo>
                <a:lnTo>
                  <a:pt x="8649131" y="541434"/>
                </a:lnTo>
                <a:lnTo>
                  <a:pt x="8633140" y="498199"/>
                </a:lnTo>
                <a:lnTo>
                  <a:pt x="8614558" y="456284"/>
                </a:lnTo>
                <a:lnTo>
                  <a:pt x="8593482" y="415786"/>
                </a:lnTo>
                <a:lnTo>
                  <a:pt x="8570009" y="376801"/>
                </a:lnTo>
                <a:lnTo>
                  <a:pt x="8544235" y="339426"/>
                </a:lnTo>
                <a:lnTo>
                  <a:pt x="8516260" y="303760"/>
                </a:lnTo>
                <a:lnTo>
                  <a:pt x="8486179" y="269898"/>
                </a:lnTo>
                <a:lnTo>
                  <a:pt x="8454090" y="237938"/>
                </a:lnTo>
                <a:lnTo>
                  <a:pt x="8420091" y="207977"/>
                </a:lnTo>
                <a:lnTo>
                  <a:pt x="8384279" y="180112"/>
                </a:lnTo>
                <a:lnTo>
                  <a:pt x="8346752" y="154440"/>
                </a:lnTo>
                <a:lnTo>
                  <a:pt x="8307605" y="131058"/>
                </a:lnTo>
                <a:lnTo>
                  <a:pt x="8266938" y="110064"/>
                </a:lnTo>
                <a:lnTo>
                  <a:pt x="8224847" y="91554"/>
                </a:lnTo>
                <a:lnTo>
                  <a:pt x="8181429" y="75625"/>
                </a:lnTo>
                <a:lnTo>
                  <a:pt x="8136782" y="62375"/>
                </a:lnTo>
                <a:lnTo>
                  <a:pt x="8091004" y="51900"/>
                </a:lnTo>
                <a:lnTo>
                  <a:pt x="8044191" y="44298"/>
                </a:lnTo>
                <a:lnTo>
                  <a:pt x="7996441" y="39665"/>
                </a:lnTo>
                <a:lnTo>
                  <a:pt x="7947851" y="38100"/>
                </a:lnTo>
                <a:lnTo>
                  <a:pt x="777049" y="38100"/>
                </a:lnTo>
                <a:lnTo>
                  <a:pt x="777049" y="19050"/>
                </a:lnTo>
                <a:lnTo>
                  <a:pt x="7947851" y="19050"/>
                </a:lnTo>
                <a:lnTo>
                  <a:pt x="7947851" y="0"/>
                </a:lnTo>
                <a:lnTo>
                  <a:pt x="7995181" y="1412"/>
                </a:lnTo>
                <a:lnTo>
                  <a:pt x="8041762" y="5596"/>
                </a:lnTo>
                <a:lnTo>
                  <a:pt x="8087512" y="12469"/>
                </a:lnTo>
                <a:lnTo>
                  <a:pt x="8132351" y="21952"/>
                </a:lnTo>
                <a:lnTo>
                  <a:pt x="8176196" y="33963"/>
                </a:lnTo>
                <a:lnTo>
                  <a:pt x="8218967" y="48422"/>
                </a:lnTo>
                <a:lnTo>
                  <a:pt x="8260582" y="65246"/>
                </a:lnTo>
                <a:lnTo>
                  <a:pt x="8300960" y="84356"/>
                </a:lnTo>
                <a:lnTo>
                  <a:pt x="8340019" y="105671"/>
                </a:lnTo>
                <a:lnTo>
                  <a:pt x="8377678" y="129108"/>
                </a:lnTo>
                <a:lnTo>
                  <a:pt x="8413856" y="154589"/>
                </a:lnTo>
                <a:lnTo>
                  <a:pt x="8448472" y="182031"/>
                </a:lnTo>
                <a:lnTo>
                  <a:pt x="8481444" y="211353"/>
                </a:lnTo>
                <a:lnTo>
                  <a:pt x="8512690" y="242476"/>
                </a:lnTo>
                <a:lnTo>
                  <a:pt x="8542130" y="275316"/>
                </a:lnTo>
                <a:lnTo>
                  <a:pt x="8569682" y="309795"/>
                </a:lnTo>
                <a:lnTo>
                  <a:pt x="8595265" y="345831"/>
                </a:lnTo>
                <a:lnTo>
                  <a:pt x="8618798" y="383342"/>
                </a:lnTo>
                <a:lnTo>
                  <a:pt x="8640199" y="422248"/>
                </a:lnTo>
                <a:lnTo>
                  <a:pt x="8659386" y="462468"/>
                </a:lnTo>
                <a:lnTo>
                  <a:pt x="8676279" y="503922"/>
                </a:lnTo>
                <a:lnTo>
                  <a:pt x="8690797" y="546527"/>
                </a:lnTo>
                <a:lnTo>
                  <a:pt x="8702857" y="590203"/>
                </a:lnTo>
                <a:lnTo>
                  <a:pt x="8712378" y="634870"/>
                </a:lnTo>
                <a:lnTo>
                  <a:pt x="8719280" y="680446"/>
                </a:lnTo>
                <a:lnTo>
                  <a:pt x="8723370" y="725625"/>
                </a:lnTo>
                <a:lnTo>
                  <a:pt x="8723481" y="726850"/>
                </a:lnTo>
                <a:lnTo>
                  <a:pt x="8724899" y="774001"/>
                </a:lnTo>
                <a:lnTo>
                  <a:pt x="8724899" y="3793903"/>
                </a:lnTo>
                <a:lnTo>
                  <a:pt x="8723481" y="3841064"/>
                </a:lnTo>
                <a:lnTo>
                  <a:pt x="8719280" y="3887478"/>
                </a:lnTo>
                <a:lnTo>
                  <a:pt x="8712378" y="3933062"/>
                </a:lnTo>
                <a:lnTo>
                  <a:pt x="8702855" y="3977736"/>
                </a:lnTo>
                <a:lnTo>
                  <a:pt x="8690794" y="4021420"/>
                </a:lnTo>
                <a:lnTo>
                  <a:pt x="8676275" y="4064031"/>
                </a:lnTo>
                <a:lnTo>
                  <a:pt x="8659379" y="4105490"/>
                </a:lnTo>
                <a:lnTo>
                  <a:pt x="8640189" y="4145715"/>
                </a:lnTo>
                <a:lnTo>
                  <a:pt x="8618785" y="4184625"/>
                </a:lnTo>
                <a:lnTo>
                  <a:pt x="8595248" y="4222139"/>
                </a:lnTo>
                <a:lnTo>
                  <a:pt x="8569660" y="4258177"/>
                </a:lnTo>
                <a:lnTo>
                  <a:pt x="8542102" y="4292658"/>
                </a:lnTo>
                <a:lnTo>
                  <a:pt x="8512656" y="4325499"/>
                </a:lnTo>
                <a:lnTo>
                  <a:pt x="8481402" y="4356621"/>
                </a:lnTo>
                <a:lnTo>
                  <a:pt x="8448423" y="4385943"/>
                </a:lnTo>
                <a:lnTo>
                  <a:pt x="8413685" y="4413463"/>
                </a:lnTo>
                <a:lnTo>
                  <a:pt x="8377611" y="4438862"/>
                </a:lnTo>
                <a:lnTo>
                  <a:pt x="8339941" y="4462296"/>
                </a:lnTo>
                <a:lnTo>
                  <a:pt x="8300871" y="4483607"/>
                </a:lnTo>
                <a:lnTo>
                  <a:pt x="8260482" y="4502712"/>
                </a:lnTo>
                <a:lnTo>
                  <a:pt x="8218854" y="4519531"/>
                </a:lnTo>
                <a:lnTo>
                  <a:pt x="8188459" y="4529804"/>
                </a:lnTo>
                <a:close/>
              </a:path>
              <a:path w="8724900" h="4568190">
                <a:moveTo>
                  <a:pt x="7947851" y="4567904"/>
                </a:moveTo>
                <a:lnTo>
                  <a:pt x="777049" y="4567904"/>
                </a:lnTo>
                <a:lnTo>
                  <a:pt x="777049" y="4548854"/>
                </a:lnTo>
                <a:lnTo>
                  <a:pt x="7947851" y="4548854"/>
                </a:lnTo>
                <a:lnTo>
                  <a:pt x="7947851" y="4567904"/>
                </a:lnTo>
                <a:close/>
              </a:path>
              <a:path w="8724900" h="4568190">
                <a:moveTo>
                  <a:pt x="7947851" y="4567904"/>
                </a:moveTo>
                <a:lnTo>
                  <a:pt x="7947851" y="4548854"/>
                </a:lnTo>
                <a:lnTo>
                  <a:pt x="8118648" y="4548854"/>
                </a:lnTo>
                <a:lnTo>
                  <a:pt x="8087345" y="4555462"/>
                </a:lnTo>
                <a:lnTo>
                  <a:pt x="8041560" y="4562327"/>
                </a:lnTo>
                <a:lnTo>
                  <a:pt x="7995072" y="4566501"/>
                </a:lnTo>
                <a:lnTo>
                  <a:pt x="7947851" y="45679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89264" y="254437"/>
            <a:ext cx="16745585" cy="10033000"/>
            <a:chOff x="589264" y="254437"/>
            <a:chExt cx="16745585" cy="10033000"/>
          </a:xfrm>
        </p:grpSpPr>
        <p:sp>
          <p:nvSpPr>
            <p:cNvPr id="29" name="object 29"/>
            <p:cNvSpPr/>
            <p:nvPr/>
          </p:nvSpPr>
          <p:spPr>
            <a:xfrm>
              <a:off x="589254" y="254443"/>
              <a:ext cx="16745585" cy="8868410"/>
            </a:xfrm>
            <a:custGeom>
              <a:avLst/>
              <a:gdLst/>
              <a:ahLst/>
              <a:cxnLst/>
              <a:rect l="l" t="t" r="r" b="b"/>
              <a:pathLst>
                <a:path w="16745585" h="8868410">
                  <a:moveTo>
                    <a:pt x="8721852" y="5362803"/>
                  </a:moveTo>
                  <a:lnTo>
                    <a:pt x="8718448" y="5329440"/>
                  </a:lnTo>
                  <a:lnTo>
                    <a:pt x="8710536" y="5283085"/>
                  </a:lnTo>
                  <a:lnTo>
                    <a:pt x="8699640" y="5237823"/>
                  </a:lnTo>
                  <a:lnTo>
                    <a:pt x="8686800" y="5196751"/>
                  </a:lnTo>
                  <a:lnTo>
                    <a:pt x="8686800" y="5424970"/>
                  </a:lnTo>
                  <a:lnTo>
                    <a:pt x="8686800" y="8164169"/>
                  </a:lnTo>
                  <a:lnTo>
                    <a:pt x="8685124" y="8211706"/>
                  </a:lnTo>
                  <a:lnTo>
                    <a:pt x="8685047" y="8212366"/>
                  </a:lnTo>
                  <a:lnTo>
                    <a:pt x="8680158" y="8258353"/>
                  </a:lnTo>
                  <a:lnTo>
                    <a:pt x="8672030" y="8303984"/>
                  </a:lnTo>
                  <a:lnTo>
                    <a:pt x="8660841" y="8348485"/>
                  </a:lnTo>
                  <a:lnTo>
                    <a:pt x="8646706" y="8391741"/>
                  </a:lnTo>
                  <a:lnTo>
                    <a:pt x="8629739" y="8433651"/>
                  </a:lnTo>
                  <a:lnTo>
                    <a:pt x="8610054" y="8474088"/>
                  </a:lnTo>
                  <a:lnTo>
                    <a:pt x="8587765" y="8512962"/>
                  </a:lnTo>
                  <a:lnTo>
                    <a:pt x="8562975" y="8550135"/>
                  </a:lnTo>
                  <a:lnTo>
                    <a:pt x="8535822" y="8585505"/>
                  </a:lnTo>
                  <a:lnTo>
                    <a:pt x="8506384" y="8618969"/>
                  </a:lnTo>
                  <a:lnTo>
                    <a:pt x="8474812" y="8650389"/>
                  </a:lnTo>
                  <a:lnTo>
                    <a:pt x="8441195" y="8679675"/>
                  </a:lnTo>
                  <a:lnTo>
                    <a:pt x="8405647" y="8706714"/>
                  </a:lnTo>
                  <a:lnTo>
                    <a:pt x="8368284" y="8731377"/>
                  </a:lnTo>
                  <a:lnTo>
                    <a:pt x="8329219" y="8753564"/>
                  </a:lnTo>
                  <a:lnTo>
                    <a:pt x="8288566" y="8773160"/>
                  </a:lnTo>
                  <a:lnTo>
                    <a:pt x="8246453" y="8790038"/>
                  </a:lnTo>
                  <a:lnTo>
                    <a:pt x="8202968" y="8804110"/>
                  </a:lnTo>
                  <a:lnTo>
                    <a:pt x="8158226" y="8815248"/>
                  </a:lnTo>
                  <a:lnTo>
                    <a:pt x="8112366" y="8823350"/>
                  </a:lnTo>
                  <a:lnTo>
                    <a:pt x="8065465" y="8828291"/>
                  </a:lnTo>
                  <a:lnTo>
                    <a:pt x="8017675" y="8829967"/>
                  </a:lnTo>
                  <a:lnTo>
                    <a:pt x="707237" y="8829967"/>
                  </a:lnTo>
                  <a:lnTo>
                    <a:pt x="659447" y="8828291"/>
                  </a:lnTo>
                  <a:lnTo>
                    <a:pt x="612559" y="8823350"/>
                  </a:lnTo>
                  <a:lnTo>
                    <a:pt x="566699" y="8815248"/>
                  </a:lnTo>
                  <a:lnTo>
                    <a:pt x="521970" y="8804110"/>
                  </a:lnTo>
                  <a:lnTo>
                    <a:pt x="478485" y="8790038"/>
                  </a:lnTo>
                  <a:lnTo>
                    <a:pt x="436372" y="8773160"/>
                  </a:lnTo>
                  <a:lnTo>
                    <a:pt x="395719" y="8753564"/>
                  </a:lnTo>
                  <a:lnTo>
                    <a:pt x="356666" y="8731377"/>
                  </a:lnTo>
                  <a:lnTo>
                    <a:pt x="319303" y="8706714"/>
                  </a:lnTo>
                  <a:lnTo>
                    <a:pt x="283756" y="8679675"/>
                  </a:lnTo>
                  <a:lnTo>
                    <a:pt x="250139" y="8650389"/>
                  </a:lnTo>
                  <a:lnTo>
                    <a:pt x="218554" y="8618969"/>
                  </a:lnTo>
                  <a:lnTo>
                    <a:pt x="189128" y="8585505"/>
                  </a:lnTo>
                  <a:lnTo>
                    <a:pt x="161963" y="8550135"/>
                  </a:lnTo>
                  <a:lnTo>
                    <a:pt x="137172" y="8512962"/>
                  </a:lnTo>
                  <a:lnTo>
                    <a:pt x="114884" y="8474088"/>
                  </a:lnTo>
                  <a:lnTo>
                    <a:pt x="95186" y="8433651"/>
                  </a:lnTo>
                  <a:lnTo>
                    <a:pt x="78219" y="8391741"/>
                  </a:lnTo>
                  <a:lnTo>
                    <a:pt x="64084" y="8348485"/>
                  </a:lnTo>
                  <a:lnTo>
                    <a:pt x="52882" y="8303984"/>
                  </a:lnTo>
                  <a:lnTo>
                    <a:pt x="44754" y="8258353"/>
                  </a:lnTo>
                  <a:lnTo>
                    <a:pt x="39789" y="8211706"/>
                  </a:lnTo>
                  <a:lnTo>
                    <a:pt x="38100" y="8164169"/>
                  </a:lnTo>
                  <a:lnTo>
                    <a:pt x="38100" y="5424970"/>
                  </a:lnTo>
                  <a:lnTo>
                    <a:pt x="39776" y="5377421"/>
                  </a:lnTo>
                  <a:lnTo>
                    <a:pt x="39852" y="5376761"/>
                  </a:lnTo>
                  <a:lnTo>
                    <a:pt x="44742" y="5330787"/>
                  </a:lnTo>
                  <a:lnTo>
                    <a:pt x="52882" y="5285156"/>
                  </a:lnTo>
                  <a:lnTo>
                    <a:pt x="64071" y="5240655"/>
                  </a:lnTo>
                  <a:lnTo>
                    <a:pt x="78206" y="5197386"/>
                  </a:lnTo>
                  <a:lnTo>
                    <a:pt x="95173" y="5155489"/>
                  </a:lnTo>
                  <a:lnTo>
                    <a:pt x="114858" y="5115039"/>
                  </a:lnTo>
                  <a:lnTo>
                    <a:pt x="137147" y="5076177"/>
                  </a:lnTo>
                  <a:lnTo>
                    <a:pt x="161925" y="5038991"/>
                  </a:lnTo>
                  <a:lnTo>
                    <a:pt x="189090" y="5003622"/>
                  </a:lnTo>
                  <a:lnTo>
                    <a:pt x="218516" y="4970170"/>
                  </a:lnTo>
                  <a:lnTo>
                    <a:pt x="250101" y="4938738"/>
                  </a:lnTo>
                  <a:lnTo>
                    <a:pt x="283718" y="4909451"/>
                  </a:lnTo>
                  <a:lnTo>
                    <a:pt x="319265" y="4882426"/>
                  </a:lnTo>
                  <a:lnTo>
                    <a:pt x="356628" y="4857762"/>
                  </a:lnTo>
                  <a:lnTo>
                    <a:pt x="395681" y="4835576"/>
                  </a:lnTo>
                  <a:lnTo>
                    <a:pt x="436333" y="4815979"/>
                  </a:lnTo>
                  <a:lnTo>
                    <a:pt x="478459" y="4799088"/>
                  </a:lnTo>
                  <a:lnTo>
                    <a:pt x="521944" y="4785017"/>
                  </a:lnTo>
                  <a:lnTo>
                    <a:pt x="566674" y="4773879"/>
                  </a:lnTo>
                  <a:lnTo>
                    <a:pt x="612546" y="4765776"/>
                  </a:lnTo>
                  <a:lnTo>
                    <a:pt x="659434" y="4760836"/>
                  </a:lnTo>
                  <a:lnTo>
                    <a:pt x="707237" y="4759172"/>
                  </a:lnTo>
                  <a:lnTo>
                    <a:pt x="8017675" y="4759172"/>
                  </a:lnTo>
                  <a:lnTo>
                    <a:pt x="8065465" y="4760836"/>
                  </a:lnTo>
                  <a:lnTo>
                    <a:pt x="8112366" y="4765776"/>
                  </a:lnTo>
                  <a:lnTo>
                    <a:pt x="8158226" y="4773879"/>
                  </a:lnTo>
                  <a:lnTo>
                    <a:pt x="8202968" y="4785017"/>
                  </a:lnTo>
                  <a:lnTo>
                    <a:pt x="8246453" y="4799088"/>
                  </a:lnTo>
                  <a:lnTo>
                    <a:pt x="8288566" y="4815979"/>
                  </a:lnTo>
                  <a:lnTo>
                    <a:pt x="8329219" y="4835576"/>
                  </a:lnTo>
                  <a:lnTo>
                    <a:pt x="8368284" y="4857762"/>
                  </a:lnTo>
                  <a:lnTo>
                    <a:pt x="8405647" y="4882426"/>
                  </a:lnTo>
                  <a:lnTo>
                    <a:pt x="8441195" y="4909451"/>
                  </a:lnTo>
                  <a:lnTo>
                    <a:pt x="8474812" y="4938738"/>
                  </a:lnTo>
                  <a:lnTo>
                    <a:pt x="8506384" y="4970170"/>
                  </a:lnTo>
                  <a:lnTo>
                    <a:pt x="8535822" y="5003622"/>
                  </a:lnTo>
                  <a:lnTo>
                    <a:pt x="8562975" y="5038991"/>
                  </a:lnTo>
                  <a:lnTo>
                    <a:pt x="8587765" y="5076177"/>
                  </a:lnTo>
                  <a:lnTo>
                    <a:pt x="8610054" y="5115039"/>
                  </a:lnTo>
                  <a:lnTo>
                    <a:pt x="8629739" y="5155489"/>
                  </a:lnTo>
                  <a:lnTo>
                    <a:pt x="8646706" y="5197386"/>
                  </a:lnTo>
                  <a:lnTo>
                    <a:pt x="8660841" y="5240655"/>
                  </a:lnTo>
                  <a:lnTo>
                    <a:pt x="8672030" y="5285156"/>
                  </a:lnTo>
                  <a:lnTo>
                    <a:pt x="8680158" y="5330787"/>
                  </a:lnTo>
                  <a:lnTo>
                    <a:pt x="8685124" y="5377421"/>
                  </a:lnTo>
                  <a:lnTo>
                    <a:pt x="8686800" y="5424970"/>
                  </a:lnTo>
                  <a:lnTo>
                    <a:pt x="8686800" y="5196751"/>
                  </a:lnTo>
                  <a:lnTo>
                    <a:pt x="8669312" y="5150955"/>
                  </a:lnTo>
                  <a:lnTo>
                    <a:pt x="8650097" y="5109565"/>
                  </a:lnTo>
                  <a:lnTo>
                    <a:pt x="8628329" y="5069675"/>
                  </a:lnTo>
                  <a:lnTo>
                    <a:pt x="8604098" y="5031384"/>
                  </a:lnTo>
                  <a:lnTo>
                    <a:pt x="8577516" y="4994808"/>
                  </a:lnTo>
                  <a:lnTo>
                    <a:pt x="8548700" y="4960048"/>
                  </a:lnTo>
                  <a:lnTo>
                    <a:pt x="8517738" y="4927219"/>
                  </a:lnTo>
                  <a:lnTo>
                    <a:pt x="8484730" y="4896396"/>
                  </a:lnTo>
                  <a:lnTo>
                    <a:pt x="8449805" y="4867719"/>
                  </a:lnTo>
                  <a:lnTo>
                    <a:pt x="8413064" y="4841265"/>
                  </a:lnTo>
                  <a:lnTo>
                    <a:pt x="8374596" y="4817161"/>
                  </a:lnTo>
                  <a:lnTo>
                    <a:pt x="8334515" y="4795494"/>
                  </a:lnTo>
                  <a:lnTo>
                    <a:pt x="8292935" y="4776381"/>
                  </a:lnTo>
                  <a:lnTo>
                    <a:pt x="8249945" y="4759909"/>
                  </a:lnTo>
                  <a:lnTo>
                    <a:pt x="8205660" y="4746206"/>
                  </a:lnTo>
                  <a:lnTo>
                    <a:pt x="8160182" y="4735373"/>
                  </a:lnTo>
                  <a:lnTo>
                    <a:pt x="8113623" y="4727499"/>
                  </a:lnTo>
                  <a:lnTo>
                    <a:pt x="8066087" y="4722698"/>
                  </a:lnTo>
                  <a:lnTo>
                    <a:pt x="8017675" y="4721072"/>
                  </a:lnTo>
                  <a:lnTo>
                    <a:pt x="707237" y="4721072"/>
                  </a:lnTo>
                  <a:lnTo>
                    <a:pt x="658825" y="4722698"/>
                  </a:lnTo>
                  <a:lnTo>
                    <a:pt x="611276" y="4727499"/>
                  </a:lnTo>
                  <a:lnTo>
                    <a:pt x="564718" y="4735373"/>
                  </a:lnTo>
                  <a:lnTo>
                    <a:pt x="519252" y="4746206"/>
                  </a:lnTo>
                  <a:lnTo>
                    <a:pt x="474967" y="4759909"/>
                  </a:lnTo>
                  <a:lnTo>
                    <a:pt x="431977" y="4776381"/>
                  </a:lnTo>
                  <a:lnTo>
                    <a:pt x="390385" y="4795494"/>
                  </a:lnTo>
                  <a:lnTo>
                    <a:pt x="350316" y="4817161"/>
                  </a:lnTo>
                  <a:lnTo>
                    <a:pt x="311848" y="4841265"/>
                  </a:lnTo>
                  <a:lnTo>
                    <a:pt x="275094" y="4867719"/>
                  </a:lnTo>
                  <a:lnTo>
                    <a:pt x="240169" y="4896396"/>
                  </a:lnTo>
                  <a:lnTo>
                    <a:pt x="207175" y="4927219"/>
                  </a:lnTo>
                  <a:lnTo>
                    <a:pt x="176212" y="4960048"/>
                  </a:lnTo>
                  <a:lnTo>
                    <a:pt x="147383" y="4994808"/>
                  </a:lnTo>
                  <a:lnTo>
                    <a:pt x="120802" y="5031384"/>
                  </a:lnTo>
                  <a:lnTo>
                    <a:pt x="96570" y="5069675"/>
                  </a:lnTo>
                  <a:lnTo>
                    <a:pt x="74803" y="5109565"/>
                  </a:lnTo>
                  <a:lnTo>
                    <a:pt x="55587" y="5150955"/>
                  </a:lnTo>
                  <a:lnTo>
                    <a:pt x="39039" y="5193741"/>
                  </a:lnTo>
                  <a:lnTo>
                    <a:pt x="25273" y="5237823"/>
                  </a:lnTo>
                  <a:lnTo>
                    <a:pt x="14376" y="5283085"/>
                  </a:lnTo>
                  <a:lnTo>
                    <a:pt x="6464" y="5329440"/>
                  </a:lnTo>
                  <a:lnTo>
                    <a:pt x="1638" y="5376761"/>
                  </a:lnTo>
                  <a:lnTo>
                    <a:pt x="0" y="5424970"/>
                  </a:lnTo>
                  <a:lnTo>
                    <a:pt x="0" y="8164169"/>
                  </a:lnTo>
                  <a:lnTo>
                    <a:pt x="1638" y="8212366"/>
                  </a:lnTo>
                  <a:lnTo>
                    <a:pt x="6464" y="8259699"/>
                  </a:lnTo>
                  <a:lnTo>
                    <a:pt x="14376" y="8306041"/>
                  </a:lnTo>
                  <a:lnTo>
                    <a:pt x="25273" y="8351304"/>
                  </a:lnTo>
                  <a:lnTo>
                    <a:pt x="39039" y="8395386"/>
                  </a:lnTo>
                  <a:lnTo>
                    <a:pt x="55587" y="8438185"/>
                  </a:lnTo>
                  <a:lnTo>
                    <a:pt x="74803" y="8479574"/>
                  </a:lnTo>
                  <a:lnTo>
                    <a:pt x="96570" y="8519465"/>
                  </a:lnTo>
                  <a:lnTo>
                    <a:pt x="120802" y="8557743"/>
                  </a:lnTo>
                  <a:lnTo>
                    <a:pt x="147383" y="8594319"/>
                  </a:lnTo>
                  <a:lnTo>
                    <a:pt x="176212" y="8629078"/>
                  </a:lnTo>
                  <a:lnTo>
                    <a:pt x="207175" y="8661921"/>
                  </a:lnTo>
                  <a:lnTo>
                    <a:pt x="240169" y="8692731"/>
                  </a:lnTo>
                  <a:lnTo>
                    <a:pt x="275094" y="8721420"/>
                  </a:lnTo>
                  <a:lnTo>
                    <a:pt x="311848" y="8747862"/>
                  </a:lnTo>
                  <a:lnTo>
                    <a:pt x="350316" y="8771979"/>
                  </a:lnTo>
                  <a:lnTo>
                    <a:pt x="390385" y="8793645"/>
                  </a:lnTo>
                  <a:lnTo>
                    <a:pt x="431977" y="8812759"/>
                  </a:lnTo>
                  <a:lnTo>
                    <a:pt x="474967" y="8829218"/>
                  </a:lnTo>
                  <a:lnTo>
                    <a:pt x="519252" y="8842921"/>
                  </a:lnTo>
                  <a:lnTo>
                    <a:pt x="564718" y="8853767"/>
                  </a:lnTo>
                  <a:lnTo>
                    <a:pt x="611276" y="8861641"/>
                  </a:lnTo>
                  <a:lnTo>
                    <a:pt x="658825" y="8866441"/>
                  </a:lnTo>
                  <a:lnTo>
                    <a:pt x="707237" y="8867991"/>
                  </a:lnTo>
                  <a:lnTo>
                    <a:pt x="8017675" y="8867991"/>
                  </a:lnTo>
                  <a:lnTo>
                    <a:pt x="8019948" y="8867991"/>
                  </a:lnTo>
                  <a:lnTo>
                    <a:pt x="8066087" y="8866441"/>
                  </a:lnTo>
                  <a:lnTo>
                    <a:pt x="8113623" y="8861641"/>
                  </a:lnTo>
                  <a:lnTo>
                    <a:pt x="8160182" y="8853767"/>
                  </a:lnTo>
                  <a:lnTo>
                    <a:pt x="8205660" y="8842921"/>
                  </a:lnTo>
                  <a:lnTo>
                    <a:pt x="8247532" y="8829967"/>
                  </a:lnTo>
                  <a:lnTo>
                    <a:pt x="8292935" y="8812759"/>
                  </a:lnTo>
                  <a:lnTo>
                    <a:pt x="8334515" y="8793645"/>
                  </a:lnTo>
                  <a:lnTo>
                    <a:pt x="8374596" y="8771979"/>
                  </a:lnTo>
                  <a:lnTo>
                    <a:pt x="8413064" y="8747862"/>
                  </a:lnTo>
                  <a:lnTo>
                    <a:pt x="8449805" y="8721420"/>
                  </a:lnTo>
                  <a:lnTo>
                    <a:pt x="8484730" y="8692731"/>
                  </a:lnTo>
                  <a:lnTo>
                    <a:pt x="8517738" y="8661921"/>
                  </a:lnTo>
                  <a:lnTo>
                    <a:pt x="8548700" y="8629078"/>
                  </a:lnTo>
                  <a:lnTo>
                    <a:pt x="8577516" y="8594319"/>
                  </a:lnTo>
                  <a:lnTo>
                    <a:pt x="8604098" y="8557743"/>
                  </a:lnTo>
                  <a:lnTo>
                    <a:pt x="8628329" y="8519465"/>
                  </a:lnTo>
                  <a:lnTo>
                    <a:pt x="8650097" y="8479574"/>
                  </a:lnTo>
                  <a:lnTo>
                    <a:pt x="8669312" y="8438185"/>
                  </a:lnTo>
                  <a:lnTo>
                    <a:pt x="8685860" y="8395386"/>
                  </a:lnTo>
                  <a:lnTo>
                    <a:pt x="8699640" y="8351304"/>
                  </a:lnTo>
                  <a:lnTo>
                    <a:pt x="8710536" y="8306041"/>
                  </a:lnTo>
                  <a:lnTo>
                    <a:pt x="8718448" y="8259699"/>
                  </a:lnTo>
                  <a:lnTo>
                    <a:pt x="8721852" y="8226323"/>
                  </a:lnTo>
                  <a:lnTo>
                    <a:pt x="8721852" y="5362803"/>
                  </a:lnTo>
                  <a:close/>
                </a:path>
                <a:path w="16745585" h="8868410">
                  <a:moveTo>
                    <a:pt x="16745395" y="965200"/>
                  </a:moveTo>
                  <a:lnTo>
                    <a:pt x="16744277" y="927100"/>
                  </a:lnTo>
                  <a:lnTo>
                    <a:pt x="16740937" y="889000"/>
                  </a:lnTo>
                  <a:lnTo>
                    <a:pt x="16735451" y="838200"/>
                  </a:lnTo>
                  <a:lnTo>
                    <a:pt x="16727831" y="800100"/>
                  </a:lnTo>
                  <a:lnTo>
                    <a:pt x="16718141" y="762000"/>
                  </a:lnTo>
                  <a:lnTo>
                    <a:pt x="16707295" y="726757"/>
                  </a:lnTo>
                  <a:lnTo>
                    <a:pt x="16707295" y="965200"/>
                  </a:lnTo>
                  <a:lnTo>
                    <a:pt x="16707295" y="5803900"/>
                  </a:lnTo>
                  <a:lnTo>
                    <a:pt x="16706152" y="5854700"/>
                  </a:lnTo>
                  <a:lnTo>
                    <a:pt x="16702748" y="5892800"/>
                  </a:lnTo>
                  <a:lnTo>
                    <a:pt x="16697135" y="5930900"/>
                  </a:lnTo>
                  <a:lnTo>
                    <a:pt x="16689362" y="5969000"/>
                  </a:lnTo>
                  <a:lnTo>
                    <a:pt x="16679469" y="6007100"/>
                  </a:lnTo>
                  <a:lnTo>
                    <a:pt x="16667506" y="6045200"/>
                  </a:lnTo>
                  <a:lnTo>
                    <a:pt x="16653523" y="6083300"/>
                  </a:lnTo>
                  <a:lnTo>
                    <a:pt x="16637559" y="6121400"/>
                  </a:lnTo>
                  <a:lnTo>
                    <a:pt x="16619665" y="6159500"/>
                  </a:lnTo>
                  <a:lnTo>
                    <a:pt x="16599878" y="6197600"/>
                  </a:lnTo>
                  <a:lnTo>
                    <a:pt x="16578263" y="6235700"/>
                  </a:lnTo>
                  <a:lnTo>
                    <a:pt x="16554857" y="6261100"/>
                  </a:lnTo>
                  <a:lnTo>
                    <a:pt x="16529698" y="6299200"/>
                  </a:lnTo>
                  <a:lnTo>
                    <a:pt x="16502837" y="6337300"/>
                  </a:lnTo>
                  <a:lnTo>
                    <a:pt x="16474326" y="6362700"/>
                  </a:lnTo>
                  <a:lnTo>
                    <a:pt x="16444214" y="6400800"/>
                  </a:lnTo>
                  <a:lnTo>
                    <a:pt x="16412540" y="6426200"/>
                  </a:lnTo>
                  <a:lnTo>
                    <a:pt x="16379355" y="6451600"/>
                  </a:lnTo>
                  <a:lnTo>
                    <a:pt x="16344697" y="6477000"/>
                  </a:lnTo>
                  <a:lnTo>
                    <a:pt x="16308616" y="6502400"/>
                  </a:lnTo>
                  <a:lnTo>
                    <a:pt x="16271177" y="6527800"/>
                  </a:lnTo>
                  <a:lnTo>
                    <a:pt x="16232391" y="6553200"/>
                  </a:lnTo>
                  <a:lnTo>
                    <a:pt x="16192335" y="6578600"/>
                  </a:lnTo>
                  <a:lnTo>
                    <a:pt x="16151047" y="6604000"/>
                  </a:lnTo>
                  <a:lnTo>
                    <a:pt x="16108566" y="6616700"/>
                  </a:lnTo>
                  <a:lnTo>
                    <a:pt x="16064941" y="6642100"/>
                  </a:lnTo>
                  <a:lnTo>
                    <a:pt x="16020225" y="6654800"/>
                  </a:lnTo>
                  <a:lnTo>
                    <a:pt x="15974454" y="6680200"/>
                  </a:lnTo>
                  <a:lnTo>
                    <a:pt x="15927693" y="6692900"/>
                  </a:lnTo>
                  <a:lnTo>
                    <a:pt x="15731516" y="6743700"/>
                  </a:lnTo>
                  <a:lnTo>
                    <a:pt x="15680436" y="6743700"/>
                  </a:lnTo>
                  <a:lnTo>
                    <a:pt x="15628620" y="6756400"/>
                  </a:lnTo>
                  <a:lnTo>
                    <a:pt x="10281971" y="6756400"/>
                  </a:lnTo>
                  <a:lnTo>
                    <a:pt x="10230155" y="6743700"/>
                  </a:lnTo>
                  <a:lnTo>
                    <a:pt x="10179075" y="6743700"/>
                  </a:lnTo>
                  <a:lnTo>
                    <a:pt x="9982911" y="6692900"/>
                  </a:lnTo>
                  <a:lnTo>
                    <a:pt x="9936137" y="6680200"/>
                  </a:lnTo>
                  <a:lnTo>
                    <a:pt x="9890366" y="6654800"/>
                  </a:lnTo>
                  <a:lnTo>
                    <a:pt x="9845650" y="6642100"/>
                  </a:lnTo>
                  <a:lnTo>
                    <a:pt x="9802025" y="6616700"/>
                  </a:lnTo>
                  <a:lnTo>
                    <a:pt x="9759544" y="6604000"/>
                  </a:lnTo>
                  <a:lnTo>
                    <a:pt x="9718256" y="6578600"/>
                  </a:lnTo>
                  <a:lnTo>
                    <a:pt x="9678200" y="6553200"/>
                  </a:lnTo>
                  <a:lnTo>
                    <a:pt x="9639427" y="6527800"/>
                  </a:lnTo>
                  <a:lnTo>
                    <a:pt x="9601975" y="6502400"/>
                  </a:lnTo>
                  <a:lnTo>
                    <a:pt x="9565894" y="6477000"/>
                  </a:lnTo>
                  <a:lnTo>
                    <a:pt x="9531248" y="6451600"/>
                  </a:lnTo>
                  <a:lnTo>
                    <a:pt x="9498051" y="6426200"/>
                  </a:lnTo>
                  <a:lnTo>
                    <a:pt x="9466377" y="6400800"/>
                  </a:lnTo>
                  <a:lnTo>
                    <a:pt x="9436265" y="6362700"/>
                  </a:lnTo>
                  <a:lnTo>
                    <a:pt x="9407754" y="6337300"/>
                  </a:lnTo>
                  <a:lnTo>
                    <a:pt x="9380906" y="6299200"/>
                  </a:lnTo>
                  <a:lnTo>
                    <a:pt x="9355747" y="6261100"/>
                  </a:lnTo>
                  <a:lnTo>
                    <a:pt x="9332328" y="6235700"/>
                  </a:lnTo>
                  <a:lnTo>
                    <a:pt x="9310713" y="6197600"/>
                  </a:lnTo>
                  <a:lnTo>
                    <a:pt x="9290939" y="6159500"/>
                  </a:lnTo>
                  <a:lnTo>
                    <a:pt x="9273032" y="6121400"/>
                  </a:lnTo>
                  <a:lnTo>
                    <a:pt x="9257068" y="6083300"/>
                  </a:lnTo>
                  <a:lnTo>
                    <a:pt x="9243085" y="6045200"/>
                  </a:lnTo>
                  <a:lnTo>
                    <a:pt x="9231122" y="6007100"/>
                  </a:lnTo>
                  <a:lnTo>
                    <a:pt x="9221229" y="5969000"/>
                  </a:lnTo>
                  <a:lnTo>
                    <a:pt x="9213456" y="5930900"/>
                  </a:lnTo>
                  <a:lnTo>
                    <a:pt x="9207843" y="5892800"/>
                  </a:lnTo>
                  <a:lnTo>
                    <a:pt x="9204452" y="5854700"/>
                  </a:lnTo>
                  <a:lnTo>
                    <a:pt x="9203309" y="5803900"/>
                  </a:lnTo>
                  <a:lnTo>
                    <a:pt x="9203309" y="965200"/>
                  </a:lnTo>
                  <a:lnTo>
                    <a:pt x="9204452" y="927100"/>
                  </a:lnTo>
                  <a:lnTo>
                    <a:pt x="9207843" y="889000"/>
                  </a:lnTo>
                  <a:lnTo>
                    <a:pt x="9213456" y="838200"/>
                  </a:lnTo>
                  <a:lnTo>
                    <a:pt x="9221229" y="800100"/>
                  </a:lnTo>
                  <a:lnTo>
                    <a:pt x="9231122" y="762000"/>
                  </a:lnTo>
                  <a:lnTo>
                    <a:pt x="9243085" y="723900"/>
                  </a:lnTo>
                  <a:lnTo>
                    <a:pt x="9257068" y="685800"/>
                  </a:lnTo>
                  <a:lnTo>
                    <a:pt x="9273032" y="647700"/>
                  </a:lnTo>
                  <a:lnTo>
                    <a:pt x="9290939" y="609600"/>
                  </a:lnTo>
                  <a:lnTo>
                    <a:pt x="9310713" y="584200"/>
                  </a:lnTo>
                  <a:lnTo>
                    <a:pt x="9332328" y="546100"/>
                  </a:lnTo>
                  <a:lnTo>
                    <a:pt x="9355747" y="508000"/>
                  </a:lnTo>
                  <a:lnTo>
                    <a:pt x="9380906" y="469900"/>
                  </a:lnTo>
                  <a:lnTo>
                    <a:pt x="9407754" y="444500"/>
                  </a:lnTo>
                  <a:lnTo>
                    <a:pt x="9436265" y="406400"/>
                  </a:lnTo>
                  <a:lnTo>
                    <a:pt x="9466377" y="381000"/>
                  </a:lnTo>
                  <a:lnTo>
                    <a:pt x="9498051" y="355600"/>
                  </a:lnTo>
                  <a:lnTo>
                    <a:pt x="9531248" y="317500"/>
                  </a:lnTo>
                  <a:lnTo>
                    <a:pt x="9565894" y="292100"/>
                  </a:lnTo>
                  <a:lnTo>
                    <a:pt x="9601975" y="266700"/>
                  </a:lnTo>
                  <a:lnTo>
                    <a:pt x="9639427" y="241300"/>
                  </a:lnTo>
                  <a:lnTo>
                    <a:pt x="9678200" y="215900"/>
                  </a:lnTo>
                  <a:lnTo>
                    <a:pt x="9718256" y="190500"/>
                  </a:lnTo>
                  <a:lnTo>
                    <a:pt x="9759544" y="177800"/>
                  </a:lnTo>
                  <a:lnTo>
                    <a:pt x="9802025" y="152400"/>
                  </a:lnTo>
                  <a:lnTo>
                    <a:pt x="9845650" y="127000"/>
                  </a:lnTo>
                  <a:lnTo>
                    <a:pt x="9982911" y="88900"/>
                  </a:lnTo>
                  <a:lnTo>
                    <a:pt x="10030625" y="63500"/>
                  </a:lnTo>
                  <a:lnTo>
                    <a:pt x="10079266" y="63500"/>
                  </a:lnTo>
                  <a:lnTo>
                    <a:pt x="10230155" y="25400"/>
                  </a:lnTo>
                  <a:lnTo>
                    <a:pt x="10334447" y="25400"/>
                  </a:lnTo>
                  <a:lnTo>
                    <a:pt x="10387571" y="12700"/>
                  </a:lnTo>
                  <a:lnTo>
                    <a:pt x="10441267" y="12700"/>
                  </a:lnTo>
                  <a:lnTo>
                    <a:pt x="15523020" y="12700"/>
                  </a:lnTo>
                  <a:lnTo>
                    <a:pt x="15576144" y="25400"/>
                  </a:lnTo>
                  <a:lnTo>
                    <a:pt x="15680436" y="25400"/>
                  </a:lnTo>
                  <a:lnTo>
                    <a:pt x="15831325" y="63500"/>
                  </a:lnTo>
                  <a:lnTo>
                    <a:pt x="15879966" y="63500"/>
                  </a:lnTo>
                  <a:lnTo>
                    <a:pt x="15927693" y="88900"/>
                  </a:lnTo>
                  <a:lnTo>
                    <a:pt x="16064941" y="127000"/>
                  </a:lnTo>
                  <a:lnTo>
                    <a:pt x="16108566" y="152400"/>
                  </a:lnTo>
                  <a:lnTo>
                    <a:pt x="16151047" y="177800"/>
                  </a:lnTo>
                  <a:lnTo>
                    <a:pt x="16192335" y="190500"/>
                  </a:lnTo>
                  <a:lnTo>
                    <a:pt x="16232391" y="215900"/>
                  </a:lnTo>
                  <a:lnTo>
                    <a:pt x="16271177" y="241300"/>
                  </a:lnTo>
                  <a:lnTo>
                    <a:pt x="16308616" y="266700"/>
                  </a:lnTo>
                  <a:lnTo>
                    <a:pt x="16344697" y="292100"/>
                  </a:lnTo>
                  <a:lnTo>
                    <a:pt x="16379355" y="317500"/>
                  </a:lnTo>
                  <a:lnTo>
                    <a:pt x="16412540" y="355600"/>
                  </a:lnTo>
                  <a:lnTo>
                    <a:pt x="16444214" y="381000"/>
                  </a:lnTo>
                  <a:lnTo>
                    <a:pt x="16474326" y="406400"/>
                  </a:lnTo>
                  <a:lnTo>
                    <a:pt x="16502837" y="444500"/>
                  </a:lnTo>
                  <a:lnTo>
                    <a:pt x="16529698" y="469900"/>
                  </a:lnTo>
                  <a:lnTo>
                    <a:pt x="16554857" y="508000"/>
                  </a:lnTo>
                  <a:lnTo>
                    <a:pt x="16578263" y="546100"/>
                  </a:lnTo>
                  <a:lnTo>
                    <a:pt x="16599878" y="584200"/>
                  </a:lnTo>
                  <a:lnTo>
                    <a:pt x="16619665" y="609600"/>
                  </a:lnTo>
                  <a:lnTo>
                    <a:pt x="16637559" y="647700"/>
                  </a:lnTo>
                  <a:lnTo>
                    <a:pt x="16653523" y="685800"/>
                  </a:lnTo>
                  <a:lnTo>
                    <a:pt x="16667506" y="723900"/>
                  </a:lnTo>
                  <a:lnTo>
                    <a:pt x="16679469" y="762000"/>
                  </a:lnTo>
                  <a:lnTo>
                    <a:pt x="16689362" y="800100"/>
                  </a:lnTo>
                  <a:lnTo>
                    <a:pt x="16697135" y="838200"/>
                  </a:lnTo>
                  <a:lnTo>
                    <a:pt x="16702748" y="889000"/>
                  </a:lnTo>
                  <a:lnTo>
                    <a:pt x="16706152" y="927100"/>
                  </a:lnTo>
                  <a:lnTo>
                    <a:pt x="16707295" y="965200"/>
                  </a:lnTo>
                  <a:lnTo>
                    <a:pt x="16707295" y="726757"/>
                  </a:lnTo>
                  <a:lnTo>
                    <a:pt x="16692702" y="685800"/>
                  </a:lnTo>
                  <a:lnTo>
                    <a:pt x="16677056" y="647700"/>
                  </a:lnTo>
                  <a:lnTo>
                    <a:pt x="16659492" y="609600"/>
                  </a:lnTo>
                  <a:lnTo>
                    <a:pt x="16640086" y="571500"/>
                  </a:lnTo>
                  <a:lnTo>
                    <a:pt x="16618865" y="546100"/>
                  </a:lnTo>
                  <a:lnTo>
                    <a:pt x="16595878" y="508000"/>
                  </a:lnTo>
                  <a:lnTo>
                    <a:pt x="16571176" y="469900"/>
                  </a:lnTo>
                  <a:lnTo>
                    <a:pt x="16544786" y="444500"/>
                  </a:lnTo>
                  <a:lnTo>
                    <a:pt x="16516769" y="406400"/>
                  </a:lnTo>
                  <a:lnTo>
                    <a:pt x="16487153" y="381000"/>
                  </a:lnTo>
                  <a:lnTo>
                    <a:pt x="16456000" y="342900"/>
                  </a:lnTo>
                  <a:lnTo>
                    <a:pt x="16423348" y="317500"/>
                  </a:lnTo>
                  <a:lnTo>
                    <a:pt x="16389236" y="292100"/>
                  </a:lnTo>
                  <a:lnTo>
                    <a:pt x="16353701" y="254000"/>
                  </a:lnTo>
                  <a:lnTo>
                    <a:pt x="16316808" y="228600"/>
                  </a:lnTo>
                  <a:lnTo>
                    <a:pt x="16278594" y="203200"/>
                  </a:lnTo>
                  <a:lnTo>
                    <a:pt x="16239097" y="190500"/>
                  </a:lnTo>
                  <a:lnTo>
                    <a:pt x="16198368" y="165100"/>
                  </a:lnTo>
                  <a:lnTo>
                    <a:pt x="16156445" y="139700"/>
                  </a:lnTo>
                  <a:lnTo>
                    <a:pt x="16113379" y="127000"/>
                  </a:lnTo>
                  <a:lnTo>
                    <a:pt x="16069209" y="101600"/>
                  </a:lnTo>
                  <a:lnTo>
                    <a:pt x="16023984" y="88900"/>
                  </a:lnTo>
                  <a:lnTo>
                    <a:pt x="15977743" y="63500"/>
                  </a:lnTo>
                  <a:lnTo>
                    <a:pt x="15783522" y="12700"/>
                  </a:lnTo>
                  <a:lnTo>
                    <a:pt x="15732887" y="12700"/>
                  </a:lnTo>
                  <a:lnTo>
                    <a:pt x="15681490" y="0"/>
                  </a:lnTo>
                  <a:lnTo>
                    <a:pt x="10441267" y="0"/>
                  </a:lnTo>
                  <a:lnTo>
                    <a:pt x="10229101" y="0"/>
                  </a:lnTo>
                  <a:lnTo>
                    <a:pt x="10177716" y="12700"/>
                  </a:lnTo>
                  <a:lnTo>
                    <a:pt x="10127069" y="12700"/>
                  </a:lnTo>
                  <a:lnTo>
                    <a:pt x="9932848" y="63500"/>
                  </a:lnTo>
                  <a:lnTo>
                    <a:pt x="9886607" y="88900"/>
                  </a:lnTo>
                  <a:lnTo>
                    <a:pt x="9841382" y="101600"/>
                  </a:lnTo>
                  <a:lnTo>
                    <a:pt x="9797212" y="127000"/>
                  </a:lnTo>
                  <a:lnTo>
                    <a:pt x="9754146" y="139700"/>
                  </a:lnTo>
                  <a:lnTo>
                    <a:pt x="9712223" y="165100"/>
                  </a:lnTo>
                  <a:lnTo>
                    <a:pt x="9671494" y="190500"/>
                  </a:lnTo>
                  <a:lnTo>
                    <a:pt x="9631997" y="203200"/>
                  </a:lnTo>
                  <a:lnTo>
                    <a:pt x="9593783" y="228600"/>
                  </a:lnTo>
                  <a:lnTo>
                    <a:pt x="9556890" y="254000"/>
                  </a:lnTo>
                  <a:lnTo>
                    <a:pt x="9521368" y="292100"/>
                  </a:lnTo>
                  <a:lnTo>
                    <a:pt x="9487256" y="317500"/>
                  </a:lnTo>
                  <a:lnTo>
                    <a:pt x="9454591" y="342900"/>
                  </a:lnTo>
                  <a:lnTo>
                    <a:pt x="9423438" y="381000"/>
                  </a:lnTo>
                  <a:lnTo>
                    <a:pt x="9393834" y="406400"/>
                  </a:lnTo>
                  <a:lnTo>
                    <a:pt x="9365805" y="444500"/>
                  </a:lnTo>
                  <a:lnTo>
                    <a:pt x="9339428" y="469900"/>
                  </a:lnTo>
                  <a:lnTo>
                    <a:pt x="9314713" y="508000"/>
                  </a:lnTo>
                  <a:lnTo>
                    <a:pt x="9291726" y="546100"/>
                  </a:lnTo>
                  <a:lnTo>
                    <a:pt x="9270505" y="571500"/>
                  </a:lnTo>
                  <a:lnTo>
                    <a:pt x="9251099" y="609600"/>
                  </a:lnTo>
                  <a:lnTo>
                    <a:pt x="9233548" y="647700"/>
                  </a:lnTo>
                  <a:lnTo>
                    <a:pt x="9217889" y="685800"/>
                  </a:lnTo>
                  <a:lnTo>
                    <a:pt x="9204173" y="723900"/>
                  </a:lnTo>
                  <a:lnTo>
                    <a:pt x="9192450" y="762000"/>
                  </a:lnTo>
                  <a:lnTo>
                    <a:pt x="9182760" y="800100"/>
                  </a:lnTo>
                  <a:lnTo>
                    <a:pt x="9175153" y="838200"/>
                  </a:lnTo>
                  <a:lnTo>
                    <a:pt x="9169654" y="889000"/>
                  </a:lnTo>
                  <a:lnTo>
                    <a:pt x="9166327" y="927100"/>
                  </a:lnTo>
                  <a:lnTo>
                    <a:pt x="9165209" y="965200"/>
                  </a:lnTo>
                  <a:lnTo>
                    <a:pt x="9165209" y="5803900"/>
                  </a:lnTo>
                  <a:lnTo>
                    <a:pt x="9166327" y="5854700"/>
                  </a:lnTo>
                  <a:lnTo>
                    <a:pt x="9169654" y="5892800"/>
                  </a:lnTo>
                  <a:lnTo>
                    <a:pt x="9175153" y="5930900"/>
                  </a:lnTo>
                  <a:lnTo>
                    <a:pt x="9182760" y="5969000"/>
                  </a:lnTo>
                  <a:lnTo>
                    <a:pt x="9192450" y="6007100"/>
                  </a:lnTo>
                  <a:lnTo>
                    <a:pt x="9204173" y="6045200"/>
                  </a:lnTo>
                  <a:lnTo>
                    <a:pt x="9217889" y="6083300"/>
                  </a:lnTo>
                  <a:lnTo>
                    <a:pt x="9233548" y="6121400"/>
                  </a:lnTo>
                  <a:lnTo>
                    <a:pt x="9251099" y="6159500"/>
                  </a:lnTo>
                  <a:lnTo>
                    <a:pt x="9270505" y="6197600"/>
                  </a:lnTo>
                  <a:lnTo>
                    <a:pt x="9291726" y="6235700"/>
                  </a:lnTo>
                  <a:lnTo>
                    <a:pt x="9314713" y="6273800"/>
                  </a:lnTo>
                  <a:lnTo>
                    <a:pt x="9339428" y="6299200"/>
                  </a:lnTo>
                  <a:lnTo>
                    <a:pt x="9365805" y="6337300"/>
                  </a:lnTo>
                  <a:lnTo>
                    <a:pt x="9393834" y="6362700"/>
                  </a:lnTo>
                  <a:lnTo>
                    <a:pt x="9423438" y="6400800"/>
                  </a:lnTo>
                  <a:lnTo>
                    <a:pt x="9454591" y="6426200"/>
                  </a:lnTo>
                  <a:lnTo>
                    <a:pt x="9487256" y="6464300"/>
                  </a:lnTo>
                  <a:lnTo>
                    <a:pt x="9521368" y="6489700"/>
                  </a:lnTo>
                  <a:lnTo>
                    <a:pt x="9556890" y="6515100"/>
                  </a:lnTo>
                  <a:lnTo>
                    <a:pt x="9593783" y="6540500"/>
                  </a:lnTo>
                  <a:lnTo>
                    <a:pt x="9631997" y="6565900"/>
                  </a:lnTo>
                  <a:lnTo>
                    <a:pt x="9671494" y="6591300"/>
                  </a:lnTo>
                  <a:lnTo>
                    <a:pt x="9712223" y="6616700"/>
                  </a:lnTo>
                  <a:lnTo>
                    <a:pt x="9754146" y="6629400"/>
                  </a:lnTo>
                  <a:lnTo>
                    <a:pt x="9797212" y="6654800"/>
                  </a:lnTo>
                  <a:lnTo>
                    <a:pt x="9841382" y="6667500"/>
                  </a:lnTo>
                  <a:lnTo>
                    <a:pt x="9886607" y="6692900"/>
                  </a:lnTo>
                  <a:lnTo>
                    <a:pt x="9980066" y="6718300"/>
                  </a:lnTo>
                  <a:lnTo>
                    <a:pt x="10177716" y="6769100"/>
                  </a:lnTo>
                  <a:lnTo>
                    <a:pt x="10229101" y="6769100"/>
                  </a:lnTo>
                  <a:lnTo>
                    <a:pt x="10281196" y="6781800"/>
                  </a:lnTo>
                  <a:lnTo>
                    <a:pt x="10441267" y="6781800"/>
                  </a:lnTo>
                  <a:lnTo>
                    <a:pt x="15469324" y="6781800"/>
                  </a:lnTo>
                  <a:lnTo>
                    <a:pt x="15629395" y="6781800"/>
                  </a:lnTo>
                  <a:lnTo>
                    <a:pt x="15681490" y="6769100"/>
                  </a:lnTo>
                  <a:lnTo>
                    <a:pt x="15732887" y="6769100"/>
                  </a:lnTo>
                  <a:lnTo>
                    <a:pt x="15783522" y="6756400"/>
                  </a:lnTo>
                  <a:lnTo>
                    <a:pt x="15977743" y="6705600"/>
                  </a:lnTo>
                  <a:lnTo>
                    <a:pt x="16023984" y="6692900"/>
                  </a:lnTo>
                  <a:lnTo>
                    <a:pt x="16069209" y="6667500"/>
                  </a:lnTo>
                  <a:lnTo>
                    <a:pt x="16113379" y="6654800"/>
                  </a:lnTo>
                  <a:lnTo>
                    <a:pt x="16156445" y="6629400"/>
                  </a:lnTo>
                  <a:lnTo>
                    <a:pt x="16198368" y="6616700"/>
                  </a:lnTo>
                  <a:lnTo>
                    <a:pt x="16239097" y="6591300"/>
                  </a:lnTo>
                  <a:lnTo>
                    <a:pt x="16278594" y="6565900"/>
                  </a:lnTo>
                  <a:lnTo>
                    <a:pt x="16316808" y="6540500"/>
                  </a:lnTo>
                  <a:lnTo>
                    <a:pt x="16353701" y="6515100"/>
                  </a:lnTo>
                  <a:lnTo>
                    <a:pt x="16389236" y="6489700"/>
                  </a:lnTo>
                  <a:lnTo>
                    <a:pt x="16423348" y="6464300"/>
                  </a:lnTo>
                  <a:lnTo>
                    <a:pt x="16456000" y="6426200"/>
                  </a:lnTo>
                  <a:lnTo>
                    <a:pt x="16487153" y="6400800"/>
                  </a:lnTo>
                  <a:lnTo>
                    <a:pt x="16516769" y="6362700"/>
                  </a:lnTo>
                  <a:lnTo>
                    <a:pt x="16544786" y="6337300"/>
                  </a:lnTo>
                  <a:lnTo>
                    <a:pt x="16571176" y="6299200"/>
                  </a:lnTo>
                  <a:lnTo>
                    <a:pt x="16618865" y="6235700"/>
                  </a:lnTo>
                  <a:lnTo>
                    <a:pt x="16640086" y="6197600"/>
                  </a:lnTo>
                  <a:lnTo>
                    <a:pt x="16659492" y="6159500"/>
                  </a:lnTo>
                  <a:lnTo>
                    <a:pt x="16677056" y="6121400"/>
                  </a:lnTo>
                  <a:lnTo>
                    <a:pt x="16692702" y="6083300"/>
                  </a:lnTo>
                  <a:lnTo>
                    <a:pt x="16706418" y="6045200"/>
                  </a:lnTo>
                  <a:lnTo>
                    <a:pt x="16718141" y="6007100"/>
                  </a:lnTo>
                  <a:lnTo>
                    <a:pt x="16727831" y="5969000"/>
                  </a:lnTo>
                  <a:lnTo>
                    <a:pt x="16735451" y="5930900"/>
                  </a:lnTo>
                  <a:lnTo>
                    <a:pt x="16740937" y="5892800"/>
                  </a:lnTo>
                  <a:lnTo>
                    <a:pt x="16744277" y="5854700"/>
                  </a:lnTo>
                  <a:lnTo>
                    <a:pt x="16745395" y="5803900"/>
                  </a:lnTo>
                  <a:lnTo>
                    <a:pt x="16745395" y="965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16352" y="6656031"/>
              <a:ext cx="2466974" cy="363096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173614" y="9701552"/>
            <a:ext cx="4341495" cy="5156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IT22131188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385" dirty="0">
                <a:latin typeface="Tahoma"/>
                <a:cs typeface="Tahoma"/>
              </a:rPr>
              <a:t>Gamage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-25" dirty="0">
                <a:latin typeface="Tahoma"/>
                <a:cs typeface="Tahoma"/>
              </a:rPr>
              <a:t>P.U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140014" y="9791315"/>
            <a:ext cx="690786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10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2342349"/>
            <a:ext cx="85725" cy="85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2751924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316149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357107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398064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4390224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5388421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5797995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6617145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7026720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717" y="7436295"/>
            <a:ext cx="85725" cy="857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07439" y="794419"/>
            <a:ext cx="13432155" cy="685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69784">
              <a:lnSpc>
                <a:spcPct val="144100"/>
              </a:lnSpc>
              <a:spcBef>
                <a:spcPts val="100"/>
              </a:spcBef>
            </a:pP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Design</a:t>
            </a:r>
            <a:r>
              <a:rPr sz="2700" b="1" spc="-40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BF0000"/>
                </a:solidFill>
                <a:latin typeface="Cambria"/>
                <a:cs typeface="Cambria"/>
              </a:rPr>
              <a:t>Contribution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and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User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BF0000"/>
                </a:solidFill>
                <a:latin typeface="Cambria"/>
                <a:cs typeface="Cambria"/>
              </a:rPr>
              <a:t>Feedback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Design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Excellence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/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03495C"/>
                </a:solidFill>
                <a:latin typeface="Cambria"/>
                <a:cs typeface="Cambria"/>
              </a:rPr>
              <a:t>Contribution</a:t>
            </a:r>
            <a:endParaRPr sz="2700" dirty="0">
              <a:latin typeface="Cambria"/>
              <a:cs typeface="Cambria"/>
            </a:endParaRPr>
          </a:p>
          <a:p>
            <a:pPr marL="455930">
              <a:lnSpc>
                <a:spcPts val="3235"/>
              </a:lnSpc>
              <a:spcBef>
                <a:spcPts val="1100"/>
              </a:spcBef>
              <a:tabLst>
                <a:tab pos="1898014" algn="l"/>
              </a:tabLst>
            </a:pPr>
            <a:r>
              <a:rPr sz="2700" spc="-10" dirty="0">
                <a:latin typeface="Calibri"/>
                <a:cs typeface="Calibri"/>
              </a:rPr>
              <a:t>Designed</a:t>
            </a:r>
            <a:r>
              <a:rPr sz="2700" dirty="0">
                <a:latin typeface="Calibri"/>
                <a:cs typeface="Calibri"/>
              </a:rPr>
              <a:t>	dashboard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real-time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monitoring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Anthurium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farming.</a:t>
            </a:r>
            <a:endParaRPr sz="2700" dirty="0">
              <a:latin typeface="Calibri"/>
              <a:cs typeface="Calibri"/>
            </a:endParaRPr>
          </a:p>
          <a:p>
            <a:pPr marL="455930" marR="5080">
              <a:lnSpc>
                <a:spcPts val="3229"/>
              </a:lnSpc>
              <a:spcBef>
                <a:spcPts val="110"/>
              </a:spcBef>
            </a:pPr>
            <a:r>
              <a:rPr sz="2700" dirty="0">
                <a:latin typeface="Calibri"/>
                <a:cs typeface="Calibri"/>
              </a:rPr>
              <a:t>Implemented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map-based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visualization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 display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condition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using GPS-tagged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sensor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data. </a:t>
            </a:r>
            <a:r>
              <a:rPr sz="2700" dirty="0">
                <a:latin typeface="Calibri"/>
                <a:cs typeface="Calibri"/>
              </a:rPr>
              <a:t>Developed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reading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details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view showing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environmental,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nutrient values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clearly.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105"/>
              </a:lnSpc>
            </a:pPr>
            <a:r>
              <a:rPr sz="2700" dirty="0">
                <a:latin typeface="Calibri"/>
                <a:cs typeface="Calibri"/>
              </a:rPr>
              <a:t>Implemented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add new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reading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interface 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manually or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system-triggered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 data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entry.</a:t>
            </a:r>
            <a:endParaRPr sz="2700" dirty="0">
              <a:latin typeface="Calibri"/>
              <a:cs typeface="Calibri"/>
            </a:endParaRPr>
          </a:p>
          <a:p>
            <a:pPr marL="455930" marR="623570">
              <a:lnSpc>
                <a:spcPts val="3229"/>
              </a:lnSpc>
              <a:spcBef>
                <a:spcPts val="105"/>
              </a:spcBef>
            </a:pPr>
            <a:r>
              <a:rPr sz="2700" dirty="0">
                <a:latin typeface="Calibri"/>
                <a:cs typeface="Calibri"/>
              </a:rPr>
              <a:t>Introduced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clear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health indicators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(Healthy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Unhealthy) for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easy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interpretation. </a:t>
            </a:r>
            <a:r>
              <a:rPr sz="2700" dirty="0">
                <a:latin typeface="Calibri"/>
                <a:cs typeface="Calibri"/>
              </a:rPr>
              <a:t>Integrated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IoT backend data with the dashboard using MQTT and server-side </a:t>
            </a:r>
            <a:r>
              <a:rPr sz="2700" spc="-10" dirty="0">
                <a:latin typeface="Calibri"/>
                <a:cs typeface="Calibri"/>
              </a:rPr>
              <a:t>processing.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085"/>
              </a:lnSpc>
              <a:spcBef>
                <a:spcPts val="1580"/>
              </a:spcBef>
            </a:pP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User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Feedback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on</a:t>
            </a:r>
            <a:r>
              <a:rPr sz="27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03495C"/>
                </a:solidFill>
                <a:latin typeface="Cambria"/>
                <a:cs typeface="Cambria"/>
              </a:rPr>
              <a:t>Prototype</a:t>
            </a:r>
            <a:endParaRPr sz="2700" dirty="0">
              <a:latin typeface="Cambria"/>
              <a:cs typeface="Cambria"/>
            </a:endParaRPr>
          </a:p>
          <a:p>
            <a:pPr marL="455930">
              <a:lnSpc>
                <a:spcPts val="3080"/>
              </a:lnSpc>
            </a:pPr>
            <a:r>
              <a:rPr sz="2700" dirty="0">
                <a:latin typeface="Calibri"/>
                <a:cs typeface="Calibri"/>
              </a:rPr>
              <a:t>Map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view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helps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users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quickly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identify soil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condition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location.</a:t>
            </a:r>
            <a:endParaRPr sz="2700" dirty="0">
              <a:latin typeface="Calibri"/>
              <a:cs typeface="Calibri"/>
            </a:endParaRPr>
          </a:p>
          <a:p>
            <a:pPr marL="455930" marR="1759585">
              <a:lnSpc>
                <a:spcPts val="3220"/>
              </a:lnSpc>
              <a:spcBef>
                <a:spcPts val="114"/>
              </a:spcBef>
            </a:pPr>
            <a:r>
              <a:rPr sz="2700" dirty="0">
                <a:latin typeface="Calibri"/>
                <a:cs typeface="Calibri"/>
              </a:rPr>
              <a:t>Soil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health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status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 numerical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values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 easy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understand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without </a:t>
            </a:r>
            <a:r>
              <a:rPr sz="2700" spc="-10" dirty="0">
                <a:latin typeface="Calibri"/>
                <a:cs typeface="Calibri"/>
              </a:rPr>
              <a:t>technical knowledge.</a:t>
            </a:r>
            <a:endParaRPr sz="2700" dirty="0">
              <a:latin typeface="Calibri"/>
              <a:cs typeface="Calibri"/>
            </a:endParaRPr>
          </a:p>
          <a:p>
            <a:pPr marL="455930">
              <a:lnSpc>
                <a:spcPts val="3120"/>
              </a:lnSpc>
            </a:pPr>
            <a:r>
              <a:rPr sz="2700" dirty="0">
                <a:latin typeface="Calibri"/>
                <a:cs typeface="Calibri"/>
              </a:rPr>
              <a:t>Reading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popup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provides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important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information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place.</a:t>
            </a:r>
            <a:endParaRPr sz="2700" dirty="0">
              <a:latin typeface="Calibri"/>
              <a:cs typeface="Calibri"/>
            </a:endParaRPr>
          </a:p>
          <a:p>
            <a:pPr marL="455930" marR="1771014">
              <a:lnSpc>
                <a:spcPts val="3229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Dashboard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layout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clean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simple,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suitable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monitoring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multiple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locations. </a:t>
            </a:r>
            <a:r>
              <a:rPr sz="2700" dirty="0">
                <a:latin typeface="Calibri"/>
                <a:cs typeface="Calibri"/>
              </a:rPr>
              <a:t>Overall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system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improves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awareness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soil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conditions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Anthurium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cultivation.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31149" y="3623462"/>
            <a:ext cx="3352799" cy="51911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73614" y="9701552"/>
            <a:ext cx="4341495" cy="5156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IT22131188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385" dirty="0">
                <a:latin typeface="Tahoma"/>
                <a:cs typeface="Tahoma"/>
              </a:rPr>
              <a:t>Gamage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-25" dirty="0">
                <a:latin typeface="Tahoma"/>
                <a:cs typeface="Tahoma"/>
              </a:rPr>
              <a:t>P.U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40014" y="9791315"/>
            <a:ext cx="919386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11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6D3FA1-63BD-FA36-34D5-5DE6F50F2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597E532F-1CCE-45F2-345C-BF0499C6017D}"/>
              </a:ext>
            </a:extLst>
          </p:cNvPr>
          <p:cNvGrpSpPr/>
          <p:nvPr/>
        </p:nvGrpSpPr>
        <p:grpSpPr>
          <a:xfrm>
            <a:off x="0" y="-1133"/>
            <a:ext cx="18288000" cy="10288270"/>
            <a:chOff x="0" y="-1133"/>
            <a:chExt cx="18288000" cy="10288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xmlns="" id="{8A0234A1-9B65-67E1-0085-175D31A167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xmlns="" id="{9A0DD96D-460E-0D51-8675-86E37349390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-1133"/>
              <a:ext cx="4276629" cy="10288133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xmlns="" id="{AFEC79C5-71C6-9A07-E4EE-6208E035FEAE}"/>
                </a:ext>
              </a:extLst>
            </p:cNvPr>
            <p:cNvSpPr/>
            <p:nvPr/>
          </p:nvSpPr>
          <p:spPr>
            <a:xfrm>
              <a:off x="0" y="0"/>
              <a:ext cx="274320" cy="10287000"/>
            </a:xfrm>
            <a:custGeom>
              <a:avLst/>
              <a:gdLst/>
              <a:ahLst/>
              <a:cxnLst/>
              <a:rect l="l" t="t" r="r" b="b"/>
              <a:pathLst>
                <a:path w="274320" h="10287000">
                  <a:moveTo>
                    <a:pt x="27431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274319" y="0"/>
                  </a:lnTo>
                  <a:lnTo>
                    <a:pt x="274319" y="10286999"/>
                  </a:lnTo>
                  <a:close/>
                </a:path>
              </a:pathLst>
            </a:custGeom>
            <a:solidFill>
              <a:srgbClr val="756F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xmlns="" id="{FC600FCF-356C-D2D5-EC53-E33FFB967C8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559956"/>
              <a:ext cx="3771899" cy="727043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xmlns="" id="{37B0C350-1BB9-3E4D-EC03-BE702DB4E24A}"/>
              </a:ext>
            </a:extLst>
          </p:cNvPr>
          <p:cNvSpPr txBox="1"/>
          <p:nvPr/>
        </p:nvSpPr>
        <p:spPr>
          <a:xfrm>
            <a:off x="6078745" y="5405119"/>
            <a:ext cx="656272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ts val="4260"/>
              </a:lnSpc>
              <a:spcBef>
                <a:spcPts val="100"/>
              </a:spcBef>
              <a:tabLst>
                <a:tab pos="3001010" algn="l"/>
              </a:tabLst>
            </a:pPr>
            <a:r>
              <a:rPr sz="3600" spc="-10" dirty="0">
                <a:latin typeface="Tahoma"/>
                <a:cs typeface="Tahoma"/>
              </a:rPr>
              <a:t>IT22</a:t>
            </a:r>
            <a:r>
              <a:rPr lang="en-US" sz="3600" spc="-10" dirty="0">
                <a:latin typeface="Tahoma"/>
                <a:cs typeface="Tahoma"/>
              </a:rPr>
              <a:t>274434</a:t>
            </a:r>
            <a:r>
              <a:rPr sz="3600" spc="-10" dirty="0">
                <a:latin typeface="Tahoma"/>
                <a:cs typeface="Tahoma"/>
              </a:rPr>
              <a:t>|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lang="en-US" sz="3600" dirty="0">
                <a:latin typeface="Tahoma"/>
                <a:cs typeface="Tahoma"/>
              </a:rPr>
              <a:t>De Silva W.S.A</a:t>
            </a:r>
            <a:endParaRPr sz="3600" dirty="0">
              <a:latin typeface="Tahoma"/>
              <a:cs typeface="Tahoma"/>
            </a:endParaRPr>
          </a:p>
          <a:p>
            <a:pPr marL="12700">
              <a:lnSpc>
                <a:spcPts val="3180"/>
              </a:lnSpc>
            </a:pPr>
            <a:r>
              <a:rPr sz="2700" spc="140" dirty="0">
                <a:latin typeface="Tahoma"/>
                <a:cs typeface="Tahoma"/>
              </a:rPr>
              <a:t>Specialization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-215" dirty="0">
                <a:latin typeface="Tahoma"/>
                <a:cs typeface="Tahoma"/>
              </a:rPr>
              <a:t>: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00" dirty="0">
                <a:latin typeface="Tahoma"/>
                <a:cs typeface="Tahoma"/>
              </a:rPr>
              <a:t>Information</a:t>
            </a:r>
            <a:r>
              <a:rPr sz="2700" spc="-80" dirty="0">
                <a:latin typeface="Tahoma"/>
                <a:cs typeface="Tahoma"/>
              </a:rPr>
              <a:t> </a:t>
            </a:r>
            <a:r>
              <a:rPr sz="2700" spc="140" dirty="0">
                <a:latin typeface="Tahoma"/>
                <a:cs typeface="Tahoma"/>
              </a:rPr>
              <a:t>Technology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8E77BC5D-B812-4EFA-CAAC-CA1EB51C28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7400" y="1976119"/>
            <a:ext cx="632460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730"/>
              </a:lnSpc>
              <a:spcBef>
                <a:spcPts val="100"/>
              </a:spcBef>
            </a:pPr>
            <a:r>
              <a:rPr lang="en-US" sz="4800" b="0" spc="-340" dirty="0">
                <a:solidFill>
                  <a:srgbClr val="000000"/>
                </a:solidFill>
                <a:latin typeface="Arial Black"/>
                <a:cs typeface="Arial Black"/>
              </a:rPr>
              <a:t>Anthurium Disease Detection</a:t>
            </a:r>
            <a:endParaRPr sz="4800" dirty="0">
              <a:latin typeface="Arial Black"/>
              <a:cs typeface="Arial Black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A3CE1C8C-17EE-0802-8800-D7E3F61BCE56}"/>
              </a:ext>
            </a:extLst>
          </p:cNvPr>
          <p:cNvSpPr txBox="1"/>
          <p:nvPr/>
        </p:nvSpPr>
        <p:spPr>
          <a:xfrm>
            <a:off x="5793739" y="3423919"/>
            <a:ext cx="7038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4800" dirty="0">
              <a:latin typeface="Arial Black"/>
              <a:cs typeface="Arial Black"/>
            </a:endParaRP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xmlns="" id="{7D6EB46D-995F-D559-A2C3-508175B3648E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3"/>
          <a:stretch/>
        </p:blipFill>
        <p:spPr>
          <a:xfrm>
            <a:off x="15221306" y="342900"/>
            <a:ext cx="2761894" cy="2558142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xmlns="" id="{F9C3D2A2-3E54-CB81-7FC5-1FC272272938}"/>
              </a:ext>
            </a:extLst>
          </p:cNvPr>
          <p:cNvSpPr txBox="1"/>
          <p:nvPr/>
        </p:nvSpPr>
        <p:spPr>
          <a:xfrm>
            <a:off x="4765038" y="9582860"/>
            <a:ext cx="4683761" cy="4706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</a:t>
            </a:r>
            <a:r>
              <a:rPr lang="en-US" sz="2700" spc="-70" dirty="0">
                <a:latin typeface="Tahoma"/>
                <a:cs typeface="Tahoma"/>
              </a:rPr>
              <a:t>274434</a:t>
            </a:r>
            <a:r>
              <a:rPr sz="2700" spc="-65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65" dirty="0">
                <a:latin typeface="Tahoma"/>
                <a:cs typeface="Tahoma"/>
              </a:rPr>
              <a:t> </a:t>
            </a:r>
            <a:r>
              <a:rPr lang="en-US" sz="2700" spc="-65" dirty="0">
                <a:latin typeface="Tahoma"/>
                <a:cs typeface="Tahoma"/>
              </a:rPr>
              <a:t>De Silva W.S.A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xmlns="" id="{DCBB2C93-F5EE-0455-4BAB-CDDE4C7884E4}"/>
              </a:ext>
            </a:extLst>
          </p:cNvPr>
          <p:cNvSpPr txBox="1"/>
          <p:nvPr/>
        </p:nvSpPr>
        <p:spPr>
          <a:xfrm>
            <a:off x="17140014" y="9741928"/>
            <a:ext cx="843186" cy="4706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235" dirty="0" smtClean="0">
                <a:latin typeface="Tahoma"/>
                <a:cs typeface="Tahoma"/>
              </a:rPr>
              <a:t>‹</a:t>
            </a:r>
            <a:r>
              <a:rPr lang="en-US" sz="2700" spc="-235" dirty="0" smtClean="0">
                <a:latin typeface="Tahoma"/>
                <a:cs typeface="Tahoma"/>
              </a:rPr>
              <a:t>12</a:t>
            </a:r>
            <a:r>
              <a:rPr sz="2700" spc="-235" dirty="0" smtClean="0">
                <a:latin typeface="Tahoma"/>
                <a:cs typeface="Tahoma"/>
              </a:rPr>
              <a:t>›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xmlns="" id="{5D000D5F-71FA-AF49-5102-1EEB6473A54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b="0" spc="-65" dirty="0">
                <a:latin typeface="Arial Black"/>
                <a:cs typeface="Arial Black"/>
              </a:rPr>
              <a:t>1/8/2026</a:t>
            </a:r>
          </a:p>
        </p:txBody>
      </p:sp>
    </p:spTree>
    <p:extLst>
      <p:ext uri="{BB962C8B-B14F-4D97-AF65-F5344CB8AC3E}">
        <p14:creationId xmlns:p14="http://schemas.microsoft.com/office/powerpoint/2010/main" val="67910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5B3077B-866F-6A04-1F25-A993C1E8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xmlns="" id="{13EFF9B6-3F4C-5F49-9575-11C063D865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73" y="9526304"/>
            <a:ext cx="3771899" cy="7270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xmlns="" id="{110BE500-602A-D3A1-C93A-D7DD53AA3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7756" y="577823"/>
            <a:ext cx="1837444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10" dirty="0">
                <a:solidFill>
                  <a:srgbClr val="FF0000"/>
                </a:solidFill>
              </a:rPr>
              <a:t>PROBLEM</a:t>
            </a:r>
            <a:r>
              <a:rPr lang="en-US" sz="3000" spc="-10" dirty="0">
                <a:solidFill>
                  <a:srgbClr val="FF0000"/>
                </a:solidFill>
              </a:rPr>
              <a:t/>
            </a:r>
            <a:br>
              <a:rPr lang="en-US" sz="3000" spc="-10" dirty="0">
                <a:solidFill>
                  <a:srgbClr val="FF0000"/>
                </a:solidFill>
              </a:rPr>
            </a:br>
            <a:r>
              <a:rPr lang="en-US" sz="3000" spc="-10" dirty="0">
                <a:solidFill>
                  <a:srgbClr val="FF0000"/>
                </a:solidFill>
              </a:rPr>
              <a:t>     </a:t>
            </a:r>
            <a:r>
              <a:rPr lang="en-US" sz="3200" spc="-10" dirty="0">
                <a:solidFill>
                  <a:srgbClr val="FF0000"/>
                </a:solidFill>
              </a:rPr>
              <a:t/>
            </a:r>
            <a:br>
              <a:rPr lang="en-US" sz="3200" spc="-10" dirty="0">
                <a:solidFill>
                  <a:srgbClr val="FF0000"/>
                </a:solidFill>
              </a:rPr>
            </a:br>
            <a:endParaRPr sz="3000"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xmlns="" id="{166AAB01-16C9-FDA4-3CA4-323BA05F24D0}"/>
              </a:ext>
            </a:extLst>
          </p:cNvPr>
          <p:cNvSpPr txBox="1"/>
          <p:nvPr/>
        </p:nvSpPr>
        <p:spPr>
          <a:xfrm>
            <a:off x="10678890" y="861514"/>
            <a:ext cx="6684009" cy="16927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95"/>
              </a:lnSpc>
              <a:spcBef>
                <a:spcPts val="100"/>
              </a:spcBef>
            </a:pPr>
            <a:r>
              <a:rPr sz="2700" b="1" spc="-10" dirty="0">
                <a:solidFill>
                  <a:srgbClr val="FF0000"/>
                </a:solidFill>
                <a:latin typeface="Cambria"/>
                <a:cs typeface="Cambria"/>
              </a:rPr>
              <a:t>SOLUTION</a:t>
            </a:r>
            <a:endParaRPr lang="en-US" sz="27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195"/>
              </a:lnSpc>
              <a:spcBef>
                <a:spcPts val="100"/>
              </a:spcBef>
            </a:pPr>
            <a:endParaRPr lang="en-US" sz="27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195"/>
              </a:lnSpc>
              <a:spcBef>
                <a:spcPts val="100"/>
              </a:spcBef>
            </a:pPr>
            <a:endParaRPr lang="en-US" sz="27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195"/>
              </a:lnSpc>
              <a:spcBef>
                <a:spcPts val="100"/>
              </a:spcBef>
            </a:pPr>
            <a:endParaRPr sz="2700" dirty="0">
              <a:latin typeface="Cambria"/>
              <a:cs typeface="Cambria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xmlns="" id="{153584B6-69F4-1247-2D52-DA556D23B526}"/>
              </a:ext>
            </a:extLst>
          </p:cNvPr>
          <p:cNvSpPr txBox="1"/>
          <p:nvPr/>
        </p:nvSpPr>
        <p:spPr>
          <a:xfrm>
            <a:off x="833933" y="903547"/>
            <a:ext cx="8459470" cy="138242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518159">
              <a:lnSpc>
                <a:spcPct val="100000"/>
              </a:lnSpc>
              <a:spcBef>
                <a:spcPts val="105"/>
              </a:spcBef>
            </a:pPr>
            <a:r>
              <a:rPr sz="2400" spc="-5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3229"/>
              </a:lnSpc>
            </a:pPr>
            <a:endParaRPr lang="en-US" sz="2700" b="1" spc="-1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xmlns="" id="{1FCC6DD4-1667-22F6-CDDD-CD339E863098}"/>
              </a:ext>
            </a:extLst>
          </p:cNvPr>
          <p:cNvSpPr/>
          <p:nvPr/>
        </p:nvSpPr>
        <p:spPr>
          <a:xfrm>
            <a:off x="701218" y="267805"/>
            <a:ext cx="8724900" cy="4568190"/>
          </a:xfrm>
          <a:custGeom>
            <a:avLst/>
            <a:gdLst/>
            <a:ahLst/>
            <a:cxnLst/>
            <a:rect l="l" t="t" r="r" b="b"/>
            <a:pathLst>
              <a:path w="8724900" h="4568190">
                <a:moveTo>
                  <a:pt x="777048" y="4567904"/>
                </a:moveTo>
                <a:lnTo>
                  <a:pt x="775492" y="4567904"/>
                </a:lnTo>
                <a:lnTo>
                  <a:pt x="729719" y="4566501"/>
                </a:lnTo>
                <a:lnTo>
                  <a:pt x="683137" y="4562327"/>
                </a:lnTo>
                <a:lnTo>
                  <a:pt x="637387" y="4555462"/>
                </a:lnTo>
                <a:lnTo>
                  <a:pt x="592548" y="4545987"/>
                </a:lnTo>
                <a:lnTo>
                  <a:pt x="548703" y="4533983"/>
                </a:lnTo>
                <a:lnTo>
                  <a:pt x="505932" y="4519531"/>
                </a:lnTo>
                <a:lnTo>
                  <a:pt x="464317" y="4502712"/>
                </a:lnTo>
                <a:lnTo>
                  <a:pt x="423939" y="4483607"/>
                </a:lnTo>
                <a:lnTo>
                  <a:pt x="384880" y="4462296"/>
                </a:lnTo>
                <a:lnTo>
                  <a:pt x="347221" y="4438862"/>
                </a:lnTo>
                <a:lnTo>
                  <a:pt x="311156" y="4413463"/>
                </a:lnTo>
                <a:lnTo>
                  <a:pt x="276427" y="4385943"/>
                </a:lnTo>
                <a:lnTo>
                  <a:pt x="243455" y="4356621"/>
                </a:lnTo>
                <a:lnTo>
                  <a:pt x="212209" y="4325499"/>
                </a:lnTo>
                <a:lnTo>
                  <a:pt x="182769" y="4292658"/>
                </a:lnTo>
                <a:lnTo>
                  <a:pt x="155217" y="4258177"/>
                </a:lnTo>
                <a:lnTo>
                  <a:pt x="129633" y="4222139"/>
                </a:lnTo>
                <a:lnTo>
                  <a:pt x="106101" y="4184625"/>
                </a:lnTo>
                <a:lnTo>
                  <a:pt x="84700" y="4145715"/>
                </a:lnTo>
                <a:lnTo>
                  <a:pt x="65513" y="4105490"/>
                </a:lnTo>
                <a:lnTo>
                  <a:pt x="48620" y="4064031"/>
                </a:lnTo>
                <a:lnTo>
                  <a:pt x="34102" y="4021420"/>
                </a:lnTo>
                <a:lnTo>
                  <a:pt x="22042" y="3977736"/>
                </a:lnTo>
                <a:lnTo>
                  <a:pt x="12521" y="3933062"/>
                </a:lnTo>
                <a:lnTo>
                  <a:pt x="5619" y="3887478"/>
                </a:lnTo>
                <a:lnTo>
                  <a:pt x="1528" y="3842278"/>
                </a:lnTo>
                <a:lnTo>
                  <a:pt x="1418" y="3841064"/>
                </a:lnTo>
                <a:lnTo>
                  <a:pt x="0" y="3793903"/>
                </a:lnTo>
                <a:lnTo>
                  <a:pt x="0" y="774001"/>
                </a:lnTo>
                <a:lnTo>
                  <a:pt x="1418" y="726850"/>
                </a:lnTo>
                <a:lnTo>
                  <a:pt x="5619" y="680446"/>
                </a:lnTo>
                <a:lnTo>
                  <a:pt x="12521" y="634870"/>
                </a:lnTo>
                <a:lnTo>
                  <a:pt x="22042" y="590203"/>
                </a:lnTo>
                <a:lnTo>
                  <a:pt x="34102" y="546527"/>
                </a:lnTo>
                <a:lnTo>
                  <a:pt x="48620" y="503922"/>
                </a:lnTo>
                <a:lnTo>
                  <a:pt x="65513" y="462468"/>
                </a:lnTo>
                <a:lnTo>
                  <a:pt x="84700" y="422248"/>
                </a:lnTo>
                <a:lnTo>
                  <a:pt x="106101" y="383342"/>
                </a:lnTo>
                <a:lnTo>
                  <a:pt x="129633" y="345831"/>
                </a:lnTo>
                <a:lnTo>
                  <a:pt x="155217" y="309795"/>
                </a:lnTo>
                <a:lnTo>
                  <a:pt x="182769" y="275316"/>
                </a:lnTo>
                <a:lnTo>
                  <a:pt x="212209" y="242476"/>
                </a:lnTo>
                <a:lnTo>
                  <a:pt x="243455" y="211353"/>
                </a:lnTo>
                <a:lnTo>
                  <a:pt x="276427" y="182031"/>
                </a:lnTo>
                <a:lnTo>
                  <a:pt x="311043" y="154589"/>
                </a:lnTo>
                <a:lnTo>
                  <a:pt x="347221" y="129108"/>
                </a:lnTo>
                <a:lnTo>
                  <a:pt x="384880" y="105671"/>
                </a:lnTo>
                <a:lnTo>
                  <a:pt x="423939" y="84356"/>
                </a:lnTo>
                <a:lnTo>
                  <a:pt x="464317" y="65246"/>
                </a:lnTo>
                <a:lnTo>
                  <a:pt x="505932" y="48422"/>
                </a:lnTo>
                <a:lnTo>
                  <a:pt x="548703" y="33963"/>
                </a:lnTo>
                <a:lnTo>
                  <a:pt x="592548" y="21952"/>
                </a:lnTo>
                <a:lnTo>
                  <a:pt x="637387" y="12469"/>
                </a:lnTo>
                <a:lnTo>
                  <a:pt x="683137" y="5596"/>
                </a:lnTo>
                <a:lnTo>
                  <a:pt x="729719" y="1412"/>
                </a:lnTo>
                <a:lnTo>
                  <a:pt x="777049" y="0"/>
                </a:lnTo>
                <a:lnTo>
                  <a:pt x="7947851" y="0"/>
                </a:lnTo>
                <a:lnTo>
                  <a:pt x="7947851" y="19050"/>
                </a:lnTo>
                <a:lnTo>
                  <a:pt x="777049" y="19050"/>
                </a:lnTo>
                <a:lnTo>
                  <a:pt x="777049" y="38100"/>
                </a:lnTo>
                <a:lnTo>
                  <a:pt x="728459" y="39665"/>
                </a:lnTo>
                <a:lnTo>
                  <a:pt x="680709" y="44298"/>
                </a:lnTo>
                <a:lnTo>
                  <a:pt x="633896" y="51900"/>
                </a:lnTo>
                <a:lnTo>
                  <a:pt x="588117" y="62375"/>
                </a:lnTo>
                <a:lnTo>
                  <a:pt x="543470" y="75625"/>
                </a:lnTo>
                <a:lnTo>
                  <a:pt x="500052" y="91554"/>
                </a:lnTo>
                <a:lnTo>
                  <a:pt x="457961" y="110064"/>
                </a:lnTo>
                <a:lnTo>
                  <a:pt x="417294" y="131058"/>
                </a:lnTo>
                <a:lnTo>
                  <a:pt x="378147" y="154440"/>
                </a:lnTo>
                <a:lnTo>
                  <a:pt x="340620" y="180112"/>
                </a:lnTo>
                <a:lnTo>
                  <a:pt x="304808" y="207977"/>
                </a:lnTo>
                <a:lnTo>
                  <a:pt x="270809" y="237938"/>
                </a:lnTo>
                <a:lnTo>
                  <a:pt x="238720" y="269898"/>
                </a:lnTo>
                <a:lnTo>
                  <a:pt x="208639" y="303760"/>
                </a:lnTo>
                <a:lnTo>
                  <a:pt x="180664" y="339426"/>
                </a:lnTo>
                <a:lnTo>
                  <a:pt x="154890" y="376801"/>
                </a:lnTo>
                <a:lnTo>
                  <a:pt x="131417" y="415786"/>
                </a:lnTo>
                <a:lnTo>
                  <a:pt x="110340" y="456284"/>
                </a:lnTo>
                <a:lnTo>
                  <a:pt x="91758" y="498199"/>
                </a:lnTo>
                <a:lnTo>
                  <a:pt x="75768" y="541434"/>
                </a:lnTo>
                <a:lnTo>
                  <a:pt x="62467" y="585891"/>
                </a:lnTo>
                <a:lnTo>
                  <a:pt x="51952" y="631473"/>
                </a:lnTo>
                <a:lnTo>
                  <a:pt x="44321" y="678084"/>
                </a:lnTo>
                <a:lnTo>
                  <a:pt x="39671" y="725625"/>
                </a:lnTo>
                <a:lnTo>
                  <a:pt x="38100" y="774001"/>
                </a:lnTo>
                <a:lnTo>
                  <a:pt x="38100" y="3793903"/>
                </a:lnTo>
                <a:lnTo>
                  <a:pt x="39632" y="3841064"/>
                </a:lnTo>
                <a:lnTo>
                  <a:pt x="44321" y="3889820"/>
                </a:lnTo>
                <a:lnTo>
                  <a:pt x="51952" y="3936430"/>
                </a:lnTo>
                <a:lnTo>
                  <a:pt x="62467" y="3982012"/>
                </a:lnTo>
                <a:lnTo>
                  <a:pt x="75768" y="4026469"/>
                </a:lnTo>
                <a:lnTo>
                  <a:pt x="91758" y="4069704"/>
                </a:lnTo>
                <a:lnTo>
                  <a:pt x="110340" y="4111619"/>
                </a:lnTo>
                <a:lnTo>
                  <a:pt x="131417" y="4152118"/>
                </a:lnTo>
                <a:lnTo>
                  <a:pt x="154890" y="4191103"/>
                </a:lnTo>
                <a:lnTo>
                  <a:pt x="180664" y="4228477"/>
                </a:lnTo>
                <a:lnTo>
                  <a:pt x="208639" y="4264144"/>
                </a:lnTo>
                <a:lnTo>
                  <a:pt x="238720" y="4298005"/>
                </a:lnTo>
                <a:lnTo>
                  <a:pt x="270809" y="4329965"/>
                </a:lnTo>
                <a:lnTo>
                  <a:pt x="304808" y="4359926"/>
                </a:lnTo>
                <a:lnTo>
                  <a:pt x="340620" y="4387791"/>
                </a:lnTo>
                <a:lnTo>
                  <a:pt x="378147" y="4413463"/>
                </a:lnTo>
                <a:lnTo>
                  <a:pt x="417294" y="4436845"/>
                </a:lnTo>
                <a:lnTo>
                  <a:pt x="457961" y="4457839"/>
                </a:lnTo>
                <a:lnTo>
                  <a:pt x="500052" y="4476349"/>
                </a:lnTo>
                <a:lnTo>
                  <a:pt x="543470" y="4492278"/>
                </a:lnTo>
                <a:lnTo>
                  <a:pt x="588117" y="4505529"/>
                </a:lnTo>
                <a:lnTo>
                  <a:pt x="633896" y="4516003"/>
                </a:lnTo>
                <a:lnTo>
                  <a:pt x="680709" y="4523605"/>
                </a:lnTo>
                <a:lnTo>
                  <a:pt x="728459" y="4528238"/>
                </a:lnTo>
                <a:lnTo>
                  <a:pt x="777049" y="4529804"/>
                </a:lnTo>
                <a:lnTo>
                  <a:pt x="8188459" y="4529804"/>
                </a:lnTo>
                <a:lnTo>
                  <a:pt x="8176068" y="4533983"/>
                </a:lnTo>
                <a:lnTo>
                  <a:pt x="8132206" y="4545987"/>
                </a:lnTo>
                <a:lnTo>
                  <a:pt x="8118648" y="4548854"/>
                </a:lnTo>
                <a:lnTo>
                  <a:pt x="777049" y="4548854"/>
                </a:lnTo>
                <a:lnTo>
                  <a:pt x="777048" y="4567904"/>
                </a:lnTo>
                <a:close/>
              </a:path>
              <a:path w="8724900" h="4568190">
                <a:moveTo>
                  <a:pt x="8188459" y="4529804"/>
                </a:moveTo>
                <a:lnTo>
                  <a:pt x="7947851" y="4529804"/>
                </a:lnTo>
                <a:lnTo>
                  <a:pt x="7996441" y="4528238"/>
                </a:lnTo>
                <a:lnTo>
                  <a:pt x="8044191" y="4523605"/>
                </a:lnTo>
                <a:lnTo>
                  <a:pt x="8091004" y="4516003"/>
                </a:lnTo>
                <a:lnTo>
                  <a:pt x="8136782" y="4505529"/>
                </a:lnTo>
                <a:lnTo>
                  <a:pt x="8181429" y="4492278"/>
                </a:lnTo>
                <a:lnTo>
                  <a:pt x="8224847" y="4476349"/>
                </a:lnTo>
                <a:lnTo>
                  <a:pt x="8266938" y="4457839"/>
                </a:lnTo>
                <a:lnTo>
                  <a:pt x="8307605" y="4436845"/>
                </a:lnTo>
                <a:lnTo>
                  <a:pt x="8346752" y="4413463"/>
                </a:lnTo>
                <a:lnTo>
                  <a:pt x="8384279" y="4387791"/>
                </a:lnTo>
                <a:lnTo>
                  <a:pt x="8420091" y="4359926"/>
                </a:lnTo>
                <a:lnTo>
                  <a:pt x="8454090" y="4329965"/>
                </a:lnTo>
                <a:lnTo>
                  <a:pt x="8486179" y="4298005"/>
                </a:lnTo>
                <a:lnTo>
                  <a:pt x="8516260" y="4264144"/>
                </a:lnTo>
                <a:lnTo>
                  <a:pt x="8544235" y="4228477"/>
                </a:lnTo>
                <a:lnTo>
                  <a:pt x="8570009" y="4191103"/>
                </a:lnTo>
                <a:lnTo>
                  <a:pt x="8593482" y="4152118"/>
                </a:lnTo>
                <a:lnTo>
                  <a:pt x="8614558" y="4111619"/>
                </a:lnTo>
                <a:lnTo>
                  <a:pt x="8633140" y="4069704"/>
                </a:lnTo>
                <a:lnTo>
                  <a:pt x="8649131" y="4026469"/>
                </a:lnTo>
                <a:lnTo>
                  <a:pt x="8662432" y="3982012"/>
                </a:lnTo>
                <a:lnTo>
                  <a:pt x="8672947" y="3936430"/>
                </a:lnTo>
                <a:lnTo>
                  <a:pt x="8680578" y="3889820"/>
                </a:lnTo>
                <a:lnTo>
                  <a:pt x="8685228" y="3842278"/>
                </a:lnTo>
                <a:lnTo>
                  <a:pt x="8686799" y="3793903"/>
                </a:lnTo>
                <a:lnTo>
                  <a:pt x="8686799" y="774001"/>
                </a:lnTo>
                <a:lnTo>
                  <a:pt x="8685268" y="726850"/>
                </a:lnTo>
                <a:lnTo>
                  <a:pt x="8685228" y="725625"/>
                </a:lnTo>
                <a:lnTo>
                  <a:pt x="8680578" y="678084"/>
                </a:lnTo>
                <a:lnTo>
                  <a:pt x="8672947" y="631473"/>
                </a:lnTo>
                <a:lnTo>
                  <a:pt x="8662432" y="585891"/>
                </a:lnTo>
                <a:lnTo>
                  <a:pt x="8649131" y="541434"/>
                </a:lnTo>
                <a:lnTo>
                  <a:pt x="8633140" y="498199"/>
                </a:lnTo>
                <a:lnTo>
                  <a:pt x="8614558" y="456284"/>
                </a:lnTo>
                <a:lnTo>
                  <a:pt x="8593482" y="415786"/>
                </a:lnTo>
                <a:lnTo>
                  <a:pt x="8570009" y="376801"/>
                </a:lnTo>
                <a:lnTo>
                  <a:pt x="8544235" y="339426"/>
                </a:lnTo>
                <a:lnTo>
                  <a:pt x="8516260" y="303760"/>
                </a:lnTo>
                <a:lnTo>
                  <a:pt x="8486179" y="269898"/>
                </a:lnTo>
                <a:lnTo>
                  <a:pt x="8454090" y="237938"/>
                </a:lnTo>
                <a:lnTo>
                  <a:pt x="8420091" y="207977"/>
                </a:lnTo>
                <a:lnTo>
                  <a:pt x="8384279" y="180112"/>
                </a:lnTo>
                <a:lnTo>
                  <a:pt x="8346752" y="154440"/>
                </a:lnTo>
                <a:lnTo>
                  <a:pt x="8307605" y="131058"/>
                </a:lnTo>
                <a:lnTo>
                  <a:pt x="8266938" y="110064"/>
                </a:lnTo>
                <a:lnTo>
                  <a:pt x="8224847" y="91554"/>
                </a:lnTo>
                <a:lnTo>
                  <a:pt x="8181429" y="75625"/>
                </a:lnTo>
                <a:lnTo>
                  <a:pt x="8136782" y="62375"/>
                </a:lnTo>
                <a:lnTo>
                  <a:pt x="8091004" y="51900"/>
                </a:lnTo>
                <a:lnTo>
                  <a:pt x="8044191" y="44298"/>
                </a:lnTo>
                <a:lnTo>
                  <a:pt x="7996441" y="39665"/>
                </a:lnTo>
                <a:lnTo>
                  <a:pt x="7947851" y="38100"/>
                </a:lnTo>
                <a:lnTo>
                  <a:pt x="777049" y="38100"/>
                </a:lnTo>
                <a:lnTo>
                  <a:pt x="777049" y="19050"/>
                </a:lnTo>
                <a:lnTo>
                  <a:pt x="7947851" y="19050"/>
                </a:lnTo>
                <a:lnTo>
                  <a:pt x="7947851" y="0"/>
                </a:lnTo>
                <a:lnTo>
                  <a:pt x="7995181" y="1412"/>
                </a:lnTo>
                <a:lnTo>
                  <a:pt x="8041762" y="5596"/>
                </a:lnTo>
                <a:lnTo>
                  <a:pt x="8087512" y="12469"/>
                </a:lnTo>
                <a:lnTo>
                  <a:pt x="8132351" y="21952"/>
                </a:lnTo>
                <a:lnTo>
                  <a:pt x="8176196" y="33963"/>
                </a:lnTo>
                <a:lnTo>
                  <a:pt x="8218967" y="48422"/>
                </a:lnTo>
                <a:lnTo>
                  <a:pt x="8260582" y="65246"/>
                </a:lnTo>
                <a:lnTo>
                  <a:pt x="8300960" y="84356"/>
                </a:lnTo>
                <a:lnTo>
                  <a:pt x="8340019" y="105671"/>
                </a:lnTo>
                <a:lnTo>
                  <a:pt x="8377678" y="129108"/>
                </a:lnTo>
                <a:lnTo>
                  <a:pt x="8413856" y="154589"/>
                </a:lnTo>
                <a:lnTo>
                  <a:pt x="8448472" y="182031"/>
                </a:lnTo>
                <a:lnTo>
                  <a:pt x="8481444" y="211353"/>
                </a:lnTo>
                <a:lnTo>
                  <a:pt x="8512690" y="242476"/>
                </a:lnTo>
                <a:lnTo>
                  <a:pt x="8542130" y="275316"/>
                </a:lnTo>
                <a:lnTo>
                  <a:pt x="8569682" y="309795"/>
                </a:lnTo>
                <a:lnTo>
                  <a:pt x="8595265" y="345831"/>
                </a:lnTo>
                <a:lnTo>
                  <a:pt x="8618798" y="383342"/>
                </a:lnTo>
                <a:lnTo>
                  <a:pt x="8640199" y="422248"/>
                </a:lnTo>
                <a:lnTo>
                  <a:pt x="8659386" y="462468"/>
                </a:lnTo>
                <a:lnTo>
                  <a:pt x="8676279" y="503922"/>
                </a:lnTo>
                <a:lnTo>
                  <a:pt x="8690797" y="546527"/>
                </a:lnTo>
                <a:lnTo>
                  <a:pt x="8702857" y="590203"/>
                </a:lnTo>
                <a:lnTo>
                  <a:pt x="8712378" y="634870"/>
                </a:lnTo>
                <a:lnTo>
                  <a:pt x="8719280" y="680446"/>
                </a:lnTo>
                <a:lnTo>
                  <a:pt x="8723370" y="725625"/>
                </a:lnTo>
                <a:lnTo>
                  <a:pt x="8723481" y="726850"/>
                </a:lnTo>
                <a:lnTo>
                  <a:pt x="8724899" y="774001"/>
                </a:lnTo>
                <a:lnTo>
                  <a:pt x="8724899" y="3793903"/>
                </a:lnTo>
                <a:lnTo>
                  <a:pt x="8723481" y="3841064"/>
                </a:lnTo>
                <a:lnTo>
                  <a:pt x="8719280" y="3887478"/>
                </a:lnTo>
                <a:lnTo>
                  <a:pt x="8712378" y="3933062"/>
                </a:lnTo>
                <a:lnTo>
                  <a:pt x="8702855" y="3977736"/>
                </a:lnTo>
                <a:lnTo>
                  <a:pt x="8690794" y="4021420"/>
                </a:lnTo>
                <a:lnTo>
                  <a:pt x="8676275" y="4064031"/>
                </a:lnTo>
                <a:lnTo>
                  <a:pt x="8659379" y="4105490"/>
                </a:lnTo>
                <a:lnTo>
                  <a:pt x="8640189" y="4145715"/>
                </a:lnTo>
                <a:lnTo>
                  <a:pt x="8618785" y="4184625"/>
                </a:lnTo>
                <a:lnTo>
                  <a:pt x="8595248" y="4222139"/>
                </a:lnTo>
                <a:lnTo>
                  <a:pt x="8569660" y="4258177"/>
                </a:lnTo>
                <a:lnTo>
                  <a:pt x="8542102" y="4292658"/>
                </a:lnTo>
                <a:lnTo>
                  <a:pt x="8512656" y="4325499"/>
                </a:lnTo>
                <a:lnTo>
                  <a:pt x="8481402" y="4356621"/>
                </a:lnTo>
                <a:lnTo>
                  <a:pt x="8448423" y="4385943"/>
                </a:lnTo>
                <a:lnTo>
                  <a:pt x="8413685" y="4413463"/>
                </a:lnTo>
                <a:lnTo>
                  <a:pt x="8377611" y="4438862"/>
                </a:lnTo>
                <a:lnTo>
                  <a:pt x="8339941" y="4462296"/>
                </a:lnTo>
                <a:lnTo>
                  <a:pt x="8300871" y="4483607"/>
                </a:lnTo>
                <a:lnTo>
                  <a:pt x="8260482" y="4502712"/>
                </a:lnTo>
                <a:lnTo>
                  <a:pt x="8218854" y="4519531"/>
                </a:lnTo>
                <a:lnTo>
                  <a:pt x="8188459" y="4529804"/>
                </a:lnTo>
                <a:close/>
              </a:path>
              <a:path w="8724900" h="4568190">
                <a:moveTo>
                  <a:pt x="7947851" y="4567904"/>
                </a:moveTo>
                <a:lnTo>
                  <a:pt x="777049" y="4567904"/>
                </a:lnTo>
                <a:lnTo>
                  <a:pt x="777049" y="4548854"/>
                </a:lnTo>
                <a:lnTo>
                  <a:pt x="7947851" y="4548854"/>
                </a:lnTo>
                <a:lnTo>
                  <a:pt x="7947851" y="4567904"/>
                </a:lnTo>
                <a:close/>
              </a:path>
              <a:path w="8724900" h="4568190">
                <a:moveTo>
                  <a:pt x="7947851" y="4567904"/>
                </a:moveTo>
                <a:lnTo>
                  <a:pt x="7947851" y="4548854"/>
                </a:lnTo>
                <a:lnTo>
                  <a:pt x="8118648" y="4548854"/>
                </a:lnTo>
                <a:lnTo>
                  <a:pt x="8087345" y="4555462"/>
                </a:lnTo>
                <a:lnTo>
                  <a:pt x="8041560" y="4562327"/>
                </a:lnTo>
                <a:lnTo>
                  <a:pt x="7995072" y="4566501"/>
                </a:lnTo>
                <a:lnTo>
                  <a:pt x="7947851" y="45679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xmlns="" id="{CD5EE1E1-F5BB-F819-2039-13BE8C06CD93}"/>
              </a:ext>
            </a:extLst>
          </p:cNvPr>
          <p:cNvSpPr/>
          <p:nvPr/>
        </p:nvSpPr>
        <p:spPr>
          <a:xfrm>
            <a:off x="617314" y="267805"/>
            <a:ext cx="16745585" cy="8868410"/>
          </a:xfrm>
          <a:custGeom>
            <a:avLst/>
            <a:gdLst/>
            <a:ahLst/>
            <a:cxnLst/>
            <a:rect l="l" t="t" r="r" b="b"/>
            <a:pathLst>
              <a:path w="16745585" h="8868410">
                <a:moveTo>
                  <a:pt x="8721852" y="5362803"/>
                </a:moveTo>
                <a:lnTo>
                  <a:pt x="8718448" y="5329440"/>
                </a:lnTo>
                <a:lnTo>
                  <a:pt x="8710536" y="5283085"/>
                </a:lnTo>
                <a:lnTo>
                  <a:pt x="8699640" y="5237823"/>
                </a:lnTo>
                <a:lnTo>
                  <a:pt x="8686800" y="5196751"/>
                </a:lnTo>
                <a:lnTo>
                  <a:pt x="8686800" y="5424970"/>
                </a:lnTo>
                <a:lnTo>
                  <a:pt x="8686800" y="8164169"/>
                </a:lnTo>
                <a:lnTo>
                  <a:pt x="8685124" y="8211706"/>
                </a:lnTo>
                <a:lnTo>
                  <a:pt x="8685047" y="8212366"/>
                </a:lnTo>
                <a:lnTo>
                  <a:pt x="8680158" y="8258353"/>
                </a:lnTo>
                <a:lnTo>
                  <a:pt x="8672030" y="8303984"/>
                </a:lnTo>
                <a:lnTo>
                  <a:pt x="8660841" y="8348485"/>
                </a:lnTo>
                <a:lnTo>
                  <a:pt x="8646706" y="8391741"/>
                </a:lnTo>
                <a:lnTo>
                  <a:pt x="8629739" y="8433651"/>
                </a:lnTo>
                <a:lnTo>
                  <a:pt x="8610054" y="8474088"/>
                </a:lnTo>
                <a:lnTo>
                  <a:pt x="8587765" y="8512962"/>
                </a:lnTo>
                <a:lnTo>
                  <a:pt x="8562975" y="8550135"/>
                </a:lnTo>
                <a:lnTo>
                  <a:pt x="8535822" y="8585505"/>
                </a:lnTo>
                <a:lnTo>
                  <a:pt x="8506384" y="8618969"/>
                </a:lnTo>
                <a:lnTo>
                  <a:pt x="8474812" y="8650389"/>
                </a:lnTo>
                <a:lnTo>
                  <a:pt x="8441195" y="8679675"/>
                </a:lnTo>
                <a:lnTo>
                  <a:pt x="8405647" y="8706714"/>
                </a:lnTo>
                <a:lnTo>
                  <a:pt x="8368284" y="8731377"/>
                </a:lnTo>
                <a:lnTo>
                  <a:pt x="8329219" y="8753564"/>
                </a:lnTo>
                <a:lnTo>
                  <a:pt x="8288566" y="8773160"/>
                </a:lnTo>
                <a:lnTo>
                  <a:pt x="8246453" y="8790038"/>
                </a:lnTo>
                <a:lnTo>
                  <a:pt x="8202968" y="8804110"/>
                </a:lnTo>
                <a:lnTo>
                  <a:pt x="8158226" y="8815248"/>
                </a:lnTo>
                <a:lnTo>
                  <a:pt x="8112366" y="8823350"/>
                </a:lnTo>
                <a:lnTo>
                  <a:pt x="8065465" y="8828291"/>
                </a:lnTo>
                <a:lnTo>
                  <a:pt x="8017675" y="8829967"/>
                </a:lnTo>
                <a:lnTo>
                  <a:pt x="707237" y="8829967"/>
                </a:lnTo>
                <a:lnTo>
                  <a:pt x="659447" y="8828291"/>
                </a:lnTo>
                <a:lnTo>
                  <a:pt x="612559" y="8823350"/>
                </a:lnTo>
                <a:lnTo>
                  <a:pt x="566699" y="8815248"/>
                </a:lnTo>
                <a:lnTo>
                  <a:pt x="521970" y="8804110"/>
                </a:lnTo>
                <a:lnTo>
                  <a:pt x="478485" y="8790038"/>
                </a:lnTo>
                <a:lnTo>
                  <a:pt x="436372" y="8773160"/>
                </a:lnTo>
                <a:lnTo>
                  <a:pt x="395719" y="8753564"/>
                </a:lnTo>
                <a:lnTo>
                  <a:pt x="356666" y="8731377"/>
                </a:lnTo>
                <a:lnTo>
                  <a:pt x="319303" y="8706714"/>
                </a:lnTo>
                <a:lnTo>
                  <a:pt x="283756" y="8679675"/>
                </a:lnTo>
                <a:lnTo>
                  <a:pt x="250139" y="8650389"/>
                </a:lnTo>
                <a:lnTo>
                  <a:pt x="218554" y="8618969"/>
                </a:lnTo>
                <a:lnTo>
                  <a:pt x="189128" y="8585505"/>
                </a:lnTo>
                <a:lnTo>
                  <a:pt x="161963" y="8550135"/>
                </a:lnTo>
                <a:lnTo>
                  <a:pt x="137172" y="8512962"/>
                </a:lnTo>
                <a:lnTo>
                  <a:pt x="114884" y="8474088"/>
                </a:lnTo>
                <a:lnTo>
                  <a:pt x="95186" y="8433651"/>
                </a:lnTo>
                <a:lnTo>
                  <a:pt x="78219" y="8391741"/>
                </a:lnTo>
                <a:lnTo>
                  <a:pt x="64084" y="8348485"/>
                </a:lnTo>
                <a:lnTo>
                  <a:pt x="52882" y="8303984"/>
                </a:lnTo>
                <a:lnTo>
                  <a:pt x="44754" y="8258353"/>
                </a:lnTo>
                <a:lnTo>
                  <a:pt x="39789" y="8211706"/>
                </a:lnTo>
                <a:lnTo>
                  <a:pt x="38100" y="8164169"/>
                </a:lnTo>
                <a:lnTo>
                  <a:pt x="38100" y="5424970"/>
                </a:lnTo>
                <a:lnTo>
                  <a:pt x="39776" y="5377421"/>
                </a:lnTo>
                <a:lnTo>
                  <a:pt x="39852" y="5376761"/>
                </a:lnTo>
                <a:lnTo>
                  <a:pt x="44742" y="5330787"/>
                </a:lnTo>
                <a:lnTo>
                  <a:pt x="52882" y="5285156"/>
                </a:lnTo>
                <a:lnTo>
                  <a:pt x="64071" y="5240655"/>
                </a:lnTo>
                <a:lnTo>
                  <a:pt x="78206" y="5197386"/>
                </a:lnTo>
                <a:lnTo>
                  <a:pt x="95173" y="5155489"/>
                </a:lnTo>
                <a:lnTo>
                  <a:pt x="114858" y="5115039"/>
                </a:lnTo>
                <a:lnTo>
                  <a:pt x="137147" y="5076177"/>
                </a:lnTo>
                <a:lnTo>
                  <a:pt x="161925" y="5038991"/>
                </a:lnTo>
                <a:lnTo>
                  <a:pt x="189090" y="5003622"/>
                </a:lnTo>
                <a:lnTo>
                  <a:pt x="218516" y="4970170"/>
                </a:lnTo>
                <a:lnTo>
                  <a:pt x="250101" y="4938738"/>
                </a:lnTo>
                <a:lnTo>
                  <a:pt x="283718" y="4909451"/>
                </a:lnTo>
                <a:lnTo>
                  <a:pt x="319265" y="4882426"/>
                </a:lnTo>
                <a:lnTo>
                  <a:pt x="356628" y="4857762"/>
                </a:lnTo>
                <a:lnTo>
                  <a:pt x="395681" y="4835576"/>
                </a:lnTo>
                <a:lnTo>
                  <a:pt x="436333" y="4815979"/>
                </a:lnTo>
                <a:lnTo>
                  <a:pt x="478459" y="4799088"/>
                </a:lnTo>
                <a:lnTo>
                  <a:pt x="521944" y="4785017"/>
                </a:lnTo>
                <a:lnTo>
                  <a:pt x="566674" y="4773879"/>
                </a:lnTo>
                <a:lnTo>
                  <a:pt x="612546" y="4765776"/>
                </a:lnTo>
                <a:lnTo>
                  <a:pt x="659434" y="4760836"/>
                </a:lnTo>
                <a:lnTo>
                  <a:pt x="707237" y="4759172"/>
                </a:lnTo>
                <a:lnTo>
                  <a:pt x="8017675" y="4759172"/>
                </a:lnTo>
                <a:lnTo>
                  <a:pt x="8065465" y="4760836"/>
                </a:lnTo>
                <a:lnTo>
                  <a:pt x="8112366" y="4765776"/>
                </a:lnTo>
                <a:lnTo>
                  <a:pt x="8158226" y="4773879"/>
                </a:lnTo>
                <a:lnTo>
                  <a:pt x="8202968" y="4785017"/>
                </a:lnTo>
                <a:lnTo>
                  <a:pt x="8246453" y="4799088"/>
                </a:lnTo>
                <a:lnTo>
                  <a:pt x="8288566" y="4815979"/>
                </a:lnTo>
                <a:lnTo>
                  <a:pt x="8329219" y="4835576"/>
                </a:lnTo>
                <a:lnTo>
                  <a:pt x="8368284" y="4857762"/>
                </a:lnTo>
                <a:lnTo>
                  <a:pt x="8405647" y="4882426"/>
                </a:lnTo>
                <a:lnTo>
                  <a:pt x="8441195" y="4909451"/>
                </a:lnTo>
                <a:lnTo>
                  <a:pt x="8474812" y="4938738"/>
                </a:lnTo>
                <a:lnTo>
                  <a:pt x="8506384" y="4970170"/>
                </a:lnTo>
                <a:lnTo>
                  <a:pt x="8535822" y="5003622"/>
                </a:lnTo>
                <a:lnTo>
                  <a:pt x="8562975" y="5038991"/>
                </a:lnTo>
                <a:lnTo>
                  <a:pt x="8587765" y="5076177"/>
                </a:lnTo>
                <a:lnTo>
                  <a:pt x="8610054" y="5115039"/>
                </a:lnTo>
                <a:lnTo>
                  <a:pt x="8629739" y="5155489"/>
                </a:lnTo>
                <a:lnTo>
                  <a:pt x="8646706" y="5197386"/>
                </a:lnTo>
                <a:lnTo>
                  <a:pt x="8660841" y="5240655"/>
                </a:lnTo>
                <a:lnTo>
                  <a:pt x="8672030" y="5285156"/>
                </a:lnTo>
                <a:lnTo>
                  <a:pt x="8680158" y="5330787"/>
                </a:lnTo>
                <a:lnTo>
                  <a:pt x="8685124" y="5377421"/>
                </a:lnTo>
                <a:lnTo>
                  <a:pt x="8686800" y="5424970"/>
                </a:lnTo>
                <a:lnTo>
                  <a:pt x="8686800" y="5196751"/>
                </a:lnTo>
                <a:lnTo>
                  <a:pt x="8669312" y="5150955"/>
                </a:lnTo>
                <a:lnTo>
                  <a:pt x="8650097" y="5109565"/>
                </a:lnTo>
                <a:lnTo>
                  <a:pt x="8628329" y="5069675"/>
                </a:lnTo>
                <a:lnTo>
                  <a:pt x="8604098" y="5031384"/>
                </a:lnTo>
                <a:lnTo>
                  <a:pt x="8577516" y="4994808"/>
                </a:lnTo>
                <a:lnTo>
                  <a:pt x="8548700" y="4960048"/>
                </a:lnTo>
                <a:lnTo>
                  <a:pt x="8517738" y="4927219"/>
                </a:lnTo>
                <a:lnTo>
                  <a:pt x="8484730" y="4896396"/>
                </a:lnTo>
                <a:lnTo>
                  <a:pt x="8449805" y="4867719"/>
                </a:lnTo>
                <a:lnTo>
                  <a:pt x="8413064" y="4841265"/>
                </a:lnTo>
                <a:lnTo>
                  <a:pt x="8374596" y="4817161"/>
                </a:lnTo>
                <a:lnTo>
                  <a:pt x="8334515" y="4795494"/>
                </a:lnTo>
                <a:lnTo>
                  <a:pt x="8292935" y="4776381"/>
                </a:lnTo>
                <a:lnTo>
                  <a:pt x="8249945" y="4759909"/>
                </a:lnTo>
                <a:lnTo>
                  <a:pt x="8205660" y="4746206"/>
                </a:lnTo>
                <a:lnTo>
                  <a:pt x="8160182" y="4735373"/>
                </a:lnTo>
                <a:lnTo>
                  <a:pt x="8113623" y="4727499"/>
                </a:lnTo>
                <a:lnTo>
                  <a:pt x="8066087" y="4722698"/>
                </a:lnTo>
                <a:lnTo>
                  <a:pt x="8017675" y="4721072"/>
                </a:lnTo>
                <a:lnTo>
                  <a:pt x="707237" y="4721072"/>
                </a:lnTo>
                <a:lnTo>
                  <a:pt x="658825" y="4722698"/>
                </a:lnTo>
                <a:lnTo>
                  <a:pt x="611276" y="4727499"/>
                </a:lnTo>
                <a:lnTo>
                  <a:pt x="564718" y="4735373"/>
                </a:lnTo>
                <a:lnTo>
                  <a:pt x="519252" y="4746206"/>
                </a:lnTo>
                <a:lnTo>
                  <a:pt x="474967" y="4759909"/>
                </a:lnTo>
                <a:lnTo>
                  <a:pt x="431977" y="4776381"/>
                </a:lnTo>
                <a:lnTo>
                  <a:pt x="390385" y="4795494"/>
                </a:lnTo>
                <a:lnTo>
                  <a:pt x="350316" y="4817161"/>
                </a:lnTo>
                <a:lnTo>
                  <a:pt x="311848" y="4841265"/>
                </a:lnTo>
                <a:lnTo>
                  <a:pt x="275094" y="4867719"/>
                </a:lnTo>
                <a:lnTo>
                  <a:pt x="240169" y="4896396"/>
                </a:lnTo>
                <a:lnTo>
                  <a:pt x="207175" y="4927219"/>
                </a:lnTo>
                <a:lnTo>
                  <a:pt x="176212" y="4960048"/>
                </a:lnTo>
                <a:lnTo>
                  <a:pt x="147383" y="4994808"/>
                </a:lnTo>
                <a:lnTo>
                  <a:pt x="120802" y="5031384"/>
                </a:lnTo>
                <a:lnTo>
                  <a:pt x="96570" y="5069675"/>
                </a:lnTo>
                <a:lnTo>
                  <a:pt x="74803" y="5109565"/>
                </a:lnTo>
                <a:lnTo>
                  <a:pt x="55587" y="5150955"/>
                </a:lnTo>
                <a:lnTo>
                  <a:pt x="39039" y="5193741"/>
                </a:lnTo>
                <a:lnTo>
                  <a:pt x="25273" y="5237823"/>
                </a:lnTo>
                <a:lnTo>
                  <a:pt x="14376" y="5283085"/>
                </a:lnTo>
                <a:lnTo>
                  <a:pt x="6464" y="5329440"/>
                </a:lnTo>
                <a:lnTo>
                  <a:pt x="1638" y="5376761"/>
                </a:lnTo>
                <a:lnTo>
                  <a:pt x="0" y="5424970"/>
                </a:lnTo>
                <a:lnTo>
                  <a:pt x="0" y="8164169"/>
                </a:lnTo>
                <a:lnTo>
                  <a:pt x="1638" y="8212366"/>
                </a:lnTo>
                <a:lnTo>
                  <a:pt x="6464" y="8259699"/>
                </a:lnTo>
                <a:lnTo>
                  <a:pt x="14376" y="8306041"/>
                </a:lnTo>
                <a:lnTo>
                  <a:pt x="25273" y="8351304"/>
                </a:lnTo>
                <a:lnTo>
                  <a:pt x="39039" y="8395386"/>
                </a:lnTo>
                <a:lnTo>
                  <a:pt x="55587" y="8438185"/>
                </a:lnTo>
                <a:lnTo>
                  <a:pt x="74803" y="8479574"/>
                </a:lnTo>
                <a:lnTo>
                  <a:pt x="96570" y="8519465"/>
                </a:lnTo>
                <a:lnTo>
                  <a:pt x="120802" y="8557743"/>
                </a:lnTo>
                <a:lnTo>
                  <a:pt x="147383" y="8594319"/>
                </a:lnTo>
                <a:lnTo>
                  <a:pt x="176212" y="8629078"/>
                </a:lnTo>
                <a:lnTo>
                  <a:pt x="207175" y="8661921"/>
                </a:lnTo>
                <a:lnTo>
                  <a:pt x="240169" y="8692731"/>
                </a:lnTo>
                <a:lnTo>
                  <a:pt x="275094" y="8721420"/>
                </a:lnTo>
                <a:lnTo>
                  <a:pt x="311848" y="8747862"/>
                </a:lnTo>
                <a:lnTo>
                  <a:pt x="350316" y="8771979"/>
                </a:lnTo>
                <a:lnTo>
                  <a:pt x="390385" y="8793645"/>
                </a:lnTo>
                <a:lnTo>
                  <a:pt x="431977" y="8812759"/>
                </a:lnTo>
                <a:lnTo>
                  <a:pt x="474967" y="8829218"/>
                </a:lnTo>
                <a:lnTo>
                  <a:pt x="519252" y="8842921"/>
                </a:lnTo>
                <a:lnTo>
                  <a:pt x="564718" y="8853767"/>
                </a:lnTo>
                <a:lnTo>
                  <a:pt x="611276" y="8861641"/>
                </a:lnTo>
                <a:lnTo>
                  <a:pt x="658825" y="8866441"/>
                </a:lnTo>
                <a:lnTo>
                  <a:pt x="707237" y="8867991"/>
                </a:lnTo>
                <a:lnTo>
                  <a:pt x="8017675" y="8867991"/>
                </a:lnTo>
                <a:lnTo>
                  <a:pt x="8019948" y="8867991"/>
                </a:lnTo>
                <a:lnTo>
                  <a:pt x="8066087" y="8866441"/>
                </a:lnTo>
                <a:lnTo>
                  <a:pt x="8113623" y="8861641"/>
                </a:lnTo>
                <a:lnTo>
                  <a:pt x="8160182" y="8853767"/>
                </a:lnTo>
                <a:lnTo>
                  <a:pt x="8205660" y="8842921"/>
                </a:lnTo>
                <a:lnTo>
                  <a:pt x="8247532" y="8829967"/>
                </a:lnTo>
                <a:lnTo>
                  <a:pt x="8292935" y="8812759"/>
                </a:lnTo>
                <a:lnTo>
                  <a:pt x="8334515" y="8793645"/>
                </a:lnTo>
                <a:lnTo>
                  <a:pt x="8374596" y="8771979"/>
                </a:lnTo>
                <a:lnTo>
                  <a:pt x="8413064" y="8747862"/>
                </a:lnTo>
                <a:lnTo>
                  <a:pt x="8449805" y="8721420"/>
                </a:lnTo>
                <a:lnTo>
                  <a:pt x="8484730" y="8692731"/>
                </a:lnTo>
                <a:lnTo>
                  <a:pt x="8517738" y="8661921"/>
                </a:lnTo>
                <a:lnTo>
                  <a:pt x="8548700" y="8629078"/>
                </a:lnTo>
                <a:lnTo>
                  <a:pt x="8577516" y="8594319"/>
                </a:lnTo>
                <a:lnTo>
                  <a:pt x="8604098" y="8557743"/>
                </a:lnTo>
                <a:lnTo>
                  <a:pt x="8628329" y="8519465"/>
                </a:lnTo>
                <a:lnTo>
                  <a:pt x="8650097" y="8479574"/>
                </a:lnTo>
                <a:lnTo>
                  <a:pt x="8669312" y="8438185"/>
                </a:lnTo>
                <a:lnTo>
                  <a:pt x="8685860" y="8395386"/>
                </a:lnTo>
                <a:lnTo>
                  <a:pt x="8699640" y="8351304"/>
                </a:lnTo>
                <a:lnTo>
                  <a:pt x="8710536" y="8306041"/>
                </a:lnTo>
                <a:lnTo>
                  <a:pt x="8718448" y="8259699"/>
                </a:lnTo>
                <a:lnTo>
                  <a:pt x="8721852" y="8226323"/>
                </a:lnTo>
                <a:lnTo>
                  <a:pt x="8721852" y="5362803"/>
                </a:lnTo>
                <a:close/>
              </a:path>
              <a:path w="16745585" h="8868410">
                <a:moveTo>
                  <a:pt x="16745395" y="965200"/>
                </a:moveTo>
                <a:lnTo>
                  <a:pt x="16744277" y="927100"/>
                </a:lnTo>
                <a:lnTo>
                  <a:pt x="16740937" y="889000"/>
                </a:lnTo>
                <a:lnTo>
                  <a:pt x="16735451" y="838200"/>
                </a:lnTo>
                <a:lnTo>
                  <a:pt x="16727831" y="800100"/>
                </a:lnTo>
                <a:lnTo>
                  <a:pt x="16718141" y="762000"/>
                </a:lnTo>
                <a:lnTo>
                  <a:pt x="16707295" y="726757"/>
                </a:lnTo>
                <a:lnTo>
                  <a:pt x="16707295" y="965200"/>
                </a:lnTo>
                <a:lnTo>
                  <a:pt x="16707295" y="5803900"/>
                </a:lnTo>
                <a:lnTo>
                  <a:pt x="16706152" y="5854700"/>
                </a:lnTo>
                <a:lnTo>
                  <a:pt x="16702748" y="5892800"/>
                </a:lnTo>
                <a:lnTo>
                  <a:pt x="16697135" y="5930900"/>
                </a:lnTo>
                <a:lnTo>
                  <a:pt x="16689362" y="5969000"/>
                </a:lnTo>
                <a:lnTo>
                  <a:pt x="16679469" y="6007100"/>
                </a:lnTo>
                <a:lnTo>
                  <a:pt x="16667506" y="6045200"/>
                </a:lnTo>
                <a:lnTo>
                  <a:pt x="16653523" y="6083300"/>
                </a:lnTo>
                <a:lnTo>
                  <a:pt x="16637559" y="6121400"/>
                </a:lnTo>
                <a:lnTo>
                  <a:pt x="16619665" y="6159500"/>
                </a:lnTo>
                <a:lnTo>
                  <a:pt x="16599878" y="6197600"/>
                </a:lnTo>
                <a:lnTo>
                  <a:pt x="16578263" y="6235700"/>
                </a:lnTo>
                <a:lnTo>
                  <a:pt x="16554857" y="6261100"/>
                </a:lnTo>
                <a:lnTo>
                  <a:pt x="16529698" y="6299200"/>
                </a:lnTo>
                <a:lnTo>
                  <a:pt x="16502837" y="6337300"/>
                </a:lnTo>
                <a:lnTo>
                  <a:pt x="16474326" y="6362700"/>
                </a:lnTo>
                <a:lnTo>
                  <a:pt x="16444214" y="6400800"/>
                </a:lnTo>
                <a:lnTo>
                  <a:pt x="16412540" y="6426200"/>
                </a:lnTo>
                <a:lnTo>
                  <a:pt x="16379355" y="6451600"/>
                </a:lnTo>
                <a:lnTo>
                  <a:pt x="16344697" y="6477000"/>
                </a:lnTo>
                <a:lnTo>
                  <a:pt x="16308616" y="6502400"/>
                </a:lnTo>
                <a:lnTo>
                  <a:pt x="16271177" y="6527800"/>
                </a:lnTo>
                <a:lnTo>
                  <a:pt x="16232391" y="6553200"/>
                </a:lnTo>
                <a:lnTo>
                  <a:pt x="16192335" y="6578600"/>
                </a:lnTo>
                <a:lnTo>
                  <a:pt x="16151047" y="6604000"/>
                </a:lnTo>
                <a:lnTo>
                  <a:pt x="16108566" y="6616700"/>
                </a:lnTo>
                <a:lnTo>
                  <a:pt x="16064941" y="6642100"/>
                </a:lnTo>
                <a:lnTo>
                  <a:pt x="16020225" y="6654800"/>
                </a:lnTo>
                <a:lnTo>
                  <a:pt x="15974454" y="6680200"/>
                </a:lnTo>
                <a:lnTo>
                  <a:pt x="15927693" y="6692900"/>
                </a:lnTo>
                <a:lnTo>
                  <a:pt x="15731516" y="6743700"/>
                </a:lnTo>
                <a:lnTo>
                  <a:pt x="15680436" y="6743700"/>
                </a:lnTo>
                <a:lnTo>
                  <a:pt x="15628620" y="6756400"/>
                </a:lnTo>
                <a:lnTo>
                  <a:pt x="10281971" y="6756400"/>
                </a:lnTo>
                <a:lnTo>
                  <a:pt x="10230155" y="6743700"/>
                </a:lnTo>
                <a:lnTo>
                  <a:pt x="10179075" y="6743700"/>
                </a:lnTo>
                <a:lnTo>
                  <a:pt x="9982911" y="6692900"/>
                </a:lnTo>
                <a:lnTo>
                  <a:pt x="9936137" y="6680200"/>
                </a:lnTo>
                <a:lnTo>
                  <a:pt x="9890366" y="6654800"/>
                </a:lnTo>
                <a:lnTo>
                  <a:pt x="9845650" y="6642100"/>
                </a:lnTo>
                <a:lnTo>
                  <a:pt x="9802025" y="6616700"/>
                </a:lnTo>
                <a:lnTo>
                  <a:pt x="9759544" y="6604000"/>
                </a:lnTo>
                <a:lnTo>
                  <a:pt x="9718256" y="6578600"/>
                </a:lnTo>
                <a:lnTo>
                  <a:pt x="9678200" y="6553200"/>
                </a:lnTo>
                <a:lnTo>
                  <a:pt x="9639427" y="6527800"/>
                </a:lnTo>
                <a:lnTo>
                  <a:pt x="9601975" y="6502400"/>
                </a:lnTo>
                <a:lnTo>
                  <a:pt x="9565894" y="6477000"/>
                </a:lnTo>
                <a:lnTo>
                  <a:pt x="9531248" y="6451600"/>
                </a:lnTo>
                <a:lnTo>
                  <a:pt x="9498051" y="6426200"/>
                </a:lnTo>
                <a:lnTo>
                  <a:pt x="9466377" y="6400800"/>
                </a:lnTo>
                <a:lnTo>
                  <a:pt x="9436265" y="6362700"/>
                </a:lnTo>
                <a:lnTo>
                  <a:pt x="9407754" y="6337300"/>
                </a:lnTo>
                <a:lnTo>
                  <a:pt x="9380906" y="6299200"/>
                </a:lnTo>
                <a:lnTo>
                  <a:pt x="9355747" y="6261100"/>
                </a:lnTo>
                <a:lnTo>
                  <a:pt x="9332328" y="6235700"/>
                </a:lnTo>
                <a:lnTo>
                  <a:pt x="9310713" y="6197600"/>
                </a:lnTo>
                <a:lnTo>
                  <a:pt x="9290939" y="6159500"/>
                </a:lnTo>
                <a:lnTo>
                  <a:pt x="9273032" y="6121400"/>
                </a:lnTo>
                <a:lnTo>
                  <a:pt x="9257068" y="6083300"/>
                </a:lnTo>
                <a:lnTo>
                  <a:pt x="9243085" y="6045200"/>
                </a:lnTo>
                <a:lnTo>
                  <a:pt x="9231122" y="6007100"/>
                </a:lnTo>
                <a:lnTo>
                  <a:pt x="9221229" y="5969000"/>
                </a:lnTo>
                <a:lnTo>
                  <a:pt x="9213456" y="5930900"/>
                </a:lnTo>
                <a:lnTo>
                  <a:pt x="9207843" y="5892800"/>
                </a:lnTo>
                <a:lnTo>
                  <a:pt x="9204452" y="5854700"/>
                </a:lnTo>
                <a:lnTo>
                  <a:pt x="9203309" y="5803900"/>
                </a:lnTo>
                <a:lnTo>
                  <a:pt x="9203309" y="965200"/>
                </a:lnTo>
                <a:lnTo>
                  <a:pt x="9204452" y="927100"/>
                </a:lnTo>
                <a:lnTo>
                  <a:pt x="9207843" y="889000"/>
                </a:lnTo>
                <a:lnTo>
                  <a:pt x="9213456" y="838200"/>
                </a:lnTo>
                <a:lnTo>
                  <a:pt x="9221229" y="800100"/>
                </a:lnTo>
                <a:lnTo>
                  <a:pt x="9231122" y="762000"/>
                </a:lnTo>
                <a:lnTo>
                  <a:pt x="9243085" y="723900"/>
                </a:lnTo>
                <a:lnTo>
                  <a:pt x="9257068" y="685800"/>
                </a:lnTo>
                <a:lnTo>
                  <a:pt x="9273032" y="647700"/>
                </a:lnTo>
                <a:lnTo>
                  <a:pt x="9290939" y="609600"/>
                </a:lnTo>
                <a:lnTo>
                  <a:pt x="9310713" y="584200"/>
                </a:lnTo>
                <a:lnTo>
                  <a:pt x="9332328" y="546100"/>
                </a:lnTo>
                <a:lnTo>
                  <a:pt x="9355747" y="508000"/>
                </a:lnTo>
                <a:lnTo>
                  <a:pt x="9380906" y="469900"/>
                </a:lnTo>
                <a:lnTo>
                  <a:pt x="9407754" y="444500"/>
                </a:lnTo>
                <a:lnTo>
                  <a:pt x="9436265" y="406400"/>
                </a:lnTo>
                <a:lnTo>
                  <a:pt x="9466377" y="381000"/>
                </a:lnTo>
                <a:lnTo>
                  <a:pt x="9498051" y="355600"/>
                </a:lnTo>
                <a:lnTo>
                  <a:pt x="9531248" y="317500"/>
                </a:lnTo>
                <a:lnTo>
                  <a:pt x="9565894" y="292100"/>
                </a:lnTo>
                <a:lnTo>
                  <a:pt x="9601975" y="266700"/>
                </a:lnTo>
                <a:lnTo>
                  <a:pt x="9639427" y="241300"/>
                </a:lnTo>
                <a:lnTo>
                  <a:pt x="9678200" y="215900"/>
                </a:lnTo>
                <a:lnTo>
                  <a:pt x="9718256" y="190500"/>
                </a:lnTo>
                <a:lnTo>
                  <a:pt x="9759544" y="177800"/>
                </a:lnTo>
                <a:lnTo>
                  <a:pt x="9802025" y="152400"/>
                </a:lnTo>
                <a:lnTo>
                  <a:pt x="9845650" y="127000"/>
                </a:lnTo>
                <a:lnTo>
                  <a:pt x="9982911" y="88900"/>
                </a:lnTo>
                <a:lnTo>
                  <a:pt x="10030625" y="63500"/>
                </a:lnTo>
                <a:lnTo>
                  <a:pt x="10079266" y="63500"/>
                </a:lnTo>
                <a:lnTo>
                  <a:pt x="10230155" y="25400"/>
                </a:lnTo>
                <a:lnTo>
                  <a:pt x="10334447" y="25400"/>
                </a:lnTo>
                <a:lnTo>
                  <a:pt x="10387571" y="12700"/>
                </a:lnTo>
                <a:lnTo>
                  <a:pt x="10441267" y="12700"/>
                </a:lnTo>
                <a:lnTo>
                  <a:pt x="15523020" y="12700"/>
                </a:lnTo>
                <a:lnTo>
                  <a:pt x="15576144" y="25400"/>
                </a:lnTo>
                <a:lnTo>
                  <a:pt x="15680436" y="25400"/>
                </a:lnTo>
                <a:lnTo>
                  <a:pt x="15831325" y="63500"/>
                </a:lnTo>
                <a:lnTo>
                  <a:pt x="15879966" y="63500"/>
                </a:lnTo>
                <a:lnTo>
                  <a:pt x="15927693" y="88900"/>
                </a:lnTo>
                <a:lnTo>
                  <a:pt x="16064941" y="127000"/>
                </a:lnTo>
                <a:lnTo>
                  <a:pt x="16108566" y="152400"/>
                </a:lnTo>
                <a:lnTo>
                  <a:pt x="16151047" y="177800"/>
                </a:lnTo>
                <a:lnTo>
                  <a:pt x="16192335" y="190500"/>
                </a:lnTo>
                <a:lnTo>
                  <a:pt x="16232391" y="215900"/>
                </a:lnTo>
                <a:lnTo>
                  <a:pt x="16271177" y="241300"/>
                </a:lnTo>
                <a:lnTo>
                  <a:pt x="16308616" y="266700"/>
                </a:lnTo>
                <a:lnTo>
                  <a:pt x="16344697" y="292100"/>
                </a:lnTo>
                <a:lnTo>
                  <a:pt x="16379355" y="317500"/>
                </a:lnTo>
                <a:lnTo>
                  <a:pt x="16412540" y="355600"/>
                </a:lnTo>
                <a:lnTo>
                  <a:pt x="16444214" y="381000"/>
                </a:lnTo>
                <a:lnTo>
                  <a:pt x="16474326" y="406400"/>
                </a:lnTo>
                <a:lnTo>
                  <a:pt x="16502837" y="444500"/>
                </a:lnTo>
                <a:lnTo>
                  <a:pt x="16529698" y="469900"/>
                </a:lnTo>
                <a:lnTo>
                  <a:pt x="16554857" y="508000"/>
                </a:lnTo>
                <a:lnTo>
                  <a:pt x="16578263" y="546100"/>
                </a:lnTo>
                <a:lnTo>
                  <a:pt x="16599878" y="584200"/>
                </a:lnTo>
                <a:lnTo>
                  <a:pt x="16619665" y="609600"/>
                </a:lnTo>
                <a:lnTo>
                  <a:pt x="16637559" y="647700"/>
                </a:lnTo>
                <a:lnTo>
                  <a:pt x="16653523" y="685800"/>
                </a:lnTo>
                <a:lnTo>
                  <a:pt x="16667506" y="723900"/>
                </a:lnTo>
                <a:lnTo>
                  <a:pt x="16679469" y="762000"/>
                </a:lnTo>
                <a:lnTo>
                  <a:pt x="16689362" y="800100"/>
                </a:lnTo>
                <a:lnTo>
                  <a:pt x="16697135" y="838200"/>
                </a:lnTo>
                <a:lnTo>
                  <a:pt x="16702748" y="889000"/>
                </a:lnTo>
                <a:lnTo>
                  <a:pt x="16706152" y="927100"/>
                </a:lnTo>
                <a:lnTo>
                  <a:pt x="16707295" y="965200"/>
                </a:lnTo>
                <a:lnTo>
                  <a:pt x="16707295" y="726757"/>
                </a:lnTo>
                <a:lnTo>
                  <a:pt x="16692702" y="685800"/>
                </a:lnTo>
                <a:lnTo>
                  <a:pt x="16677056" y="647700"/>
                </a:lnTo>
                <a:lnTo>
                  <a:pt x="16659492" y="609600"/>
                </a:lnTo>
                <a:lnTo>
                  <a:pt x="16640086" y="571500"/>
                </a:lnTo>
                <a:lnTo>
                  <a:pt x="16618865" y="546100"/>
                </a:lnTo>
                <a:lnTo>
                  <a:pt x="16595878" y="508000"/>
                </a:lnTo>
                <a:lnTo>
                  <a:pt x="16571176" y="469900"/>
                </a:lnTo>
                <a:lnTo>
                  <a:pt x="16544786" y="444500"/>
                </a:lnTo>
                <a:lnTo>
                  <a:pt x="16516769" y="406400"/>
                </a:lnTo>
                <a:lnTo>
                  <a:pt x="16487153" y="381000"/>
                </a:lnTo>
                <a:lnTo>
                  <a:pt x="16456000" y="342900"/>
                </a:lnTo>
                <a:lnTo>
                  <a:pt x="16423348" y="317500"/>
                </a:lnTo>
                <a:lnTo>
                  <a:pt x="16389236" y="292100"/>
                </a:lnTo>
                <a:lnTo>
                  <a:pt x="16353701" y="254000"/>
                </a:lnTo>
                <a:lnTo>
                  <a:pt x="16316808" y="228600"/>
                </a:lnTo>
                <a:lnTo>
                  <a:pt x="16278594" y="203200"/>
                </a:lnTo>
                <a:lnTo>
                  <a:pt x="16239097" y="190500"/>
                </a:lnTo>
                <a:lnTo>
                  <a:pt x="16198368" y="165100"/>
                </a:lnTo>
                <a:lnTo>
                  <a:pt x="16156445" y="139700"/>
                </a:lnTo>
                <a:lnTo>
                  <a:pt x="16113379" y="127000"/>
                </a:lnTo>
                <a:lnTo>
                  <a:pt x="16069209" y="101600"/>
                </a:lnTo>
                <a:lnTo>
                  <a:pt x="16023984" y="88900"/>
                </a:lnTo>
                <a:lnTo>
                  <a:pt x="15977743" y="63500"/>
                </a:lnTo>
                <a:lnTo>
                  <a:pt x="15783522" y="12700"/>
                </a:lnTo>
                <a:lnTo>
                  <a:pt x="15732887" y="12700"/>
                </a:lnTo>
                <a:lnTo>
                  <a:pt x="15681490" y="0"/>
                </a:lnTo>
                <a:lnTo>
                  <a:pt x="10441267" y="0"/>
                </a:lnTo>
                <a:lnTo>
                  <a:pt x="10229101" y="0"/>
                </a:lnTo>
                <a:lnTo>
                  <a:pt x="10177716" y="12700"/>
                </a:lnTo>
                <a:lnTo>
                  <a:pt x="10127069" y="12700"/>
                </a:lnTo>
                <a:lnTo>
                  <a:pt x="9932848" y="63500"/>
                </a:lnTo>
                <a:lnTo>
                  <a:pt x="9886607" y="88900"/>
                </a:lnTo>
                <a:lnTo>
                  <a:pt x="9841382" y="101600"/>
                </a:lnTo>
                <a:lnTo>
                  <a:pt x="9797212" y="127000"/>
                </a:lnTo>
                <a:lnTo>
                  <a:pt x="9754146" y="139700"/>
                </a:lnTo>
                <a:lnTo>
                  <a:pt x="9712223" y="165100"/>
                </a:lnTo>
                <a:lnTo>
                  <a:pt x="9671494" y="190500"/>
                </a:lnTo>
                <a:lnTo>
                  <a:pt x="9631997" y="203200"/>
                </a:lnTo>
                <a:lnTo>
                  <a:pt x="9593783" y="228600"/>
                </a:lnTo>
                <a:lnTo>
                  <a:pt x="9556890" y="254000"/>
                </a:lnTo>
                <a:lnTo>
                  <a:pt x="9521368" y="292100"/>
                </a:lnTo>
                <a:lnTo>
                  <a:pt x="9487256" y="317500"/>
                </a:lnTo>
                <a:lnTo>
                  <a:pt x="9454591" y="342900"/>
                </a:lnTo>
                <a:lnTo>
                  <a:pt x="9423438" y="381000"/>
                </a:lnTo>
                <a:lnTo>
                  <a:pt x="9393834" y="406400"/>
                </a:lnTo>
                <a:lnTo>
                  <a:pt x="9365805" y="444500"/>
                </a:lnTo>
                <a:lnTo>
                  <a:pt x="9339428" y="469900"/>
                </a:lnTo>
                <a:lnTo>
                  <a:pt x="9314713" y="508000"/>
                </a:lnTo>
                <a:lnTo>
                  <a:pt x="9291726" y="546100"/>
                </a:lnTo>
                <a:lnTo>
                  <a:pt x="9270505" y="571500"/>
                </a:lnTo>
                <a:lnTo>
                  <a:pt x="9251099" y="609600"/>
                </a:lnTo>
                <a:lnTo>
                  <a:pt x="9233548" y="647700"/>
                </a:lnTo>
                <a:lnTo>
                  <a:pt x="9217889" y="685800"/>
                </a:lnTo>
                <a:lnTo>
                  <a:pt x="9204173" y="723900"/>
                </a:lnTo>
                <a:lnTo>
                  <a:pt x="9192450" y="762000"/>
                </a:lnTo>
                <a:lnTo>
                  <a:pt x="9182760" y="800100"/>
                </a:lnTo>
                <a:lnTo>
                  <a:pt x="9175153" y="838200"/>
                </a:lnTo>
                <a:lnTo>
                  <a:pt x="9169654" y="889000"/>
                </a:lnTo>
                <a:lnTo>
                  <a:pt x="9166327" y="927100"/>
                </a:lnTo>
                <a:lnTo>
                  <a:pt x="9165209" y="965200"/>
                </a:lnTo>
                <a:lnTo>
                  <a:pt x="9165209" y="5803900"/>
                </a:lnTo>
                <a:lnTo>
                  <a:pt x="9166327" y="5854700"/>
                </a:lnTo>
                <a:lnTo>
                  <a:pt x="9169654" y="5892800"/>
                </a:lnTo>
                <a:lnTo>
                  <a:pt x="9175153" y="5930900"/>
                </a:lnTo>
                <a:lnTo>
                  <a:pt x="9182760" y="5969000"/>
                </a:lnTo>
                <a:lnTo>
                  <a:pt x="9192450" y="6007100"/>
                </a:lnTo>
                <a:lnTo>
                  <a:pt x="9204173" y="6045200"/>
                </a:lnTo>
                <a:lnTo>
                  <a:pt x="9217889" y="6083300"/>
                </a:lnTo>
                <a:lnTo>
                  <a:pt x="9233548" y="6121400"/>
                </a:lnTo>
                <a:lnTo>
                  <a:pt x="9251099" y="6159500"/>
                </a:lnTo>
                <a:lnTo>
                  <a:pt x="9270505" y="6197600"/>
                </a:lnTo>
                <a:lnTo>
                  <a:pt x="9291726" y="6235700"/>
                </a:lnTo>
                <a:lnTo>
                  <a:pt x="9314713" y="6273800"/>
                </a:lnTo>
                <a:lnTo>
                  <a:pt x="9339428" y="6299200"/>
                </a:lnTo>
                <a:lnTo>
                  <a:pt x="9365805" y="6337300"/>
                </a:lnTo>
                <a:lnTo>
                  <a:pt x="9393834" y="6362700"/>
                </a:lnTo>
                <a:lnTo>
                  <a:pt x="9423438" y="6400800"/>
                </a:lnTo>
                <a:lnTo>
                  <a:pt x="9454591" y="6426200"/>
                </a:lnTo>
                <a:lnTo>
                  <a:pt x="9487256" y="6464300"/>
                </a:lnTo>
                <a:lnTo>
                  <a:pt x="9521368" y="6489700"/>
                </a:lnTo>
                <a:lnTo>
                  <a:pt x="9556890" y="6515100"/>
                </a:lnTo>
                <a:lnTo>
                  <a:pt x="9593783" y="6540500"/>
                </a:lnTo>
                <a:lnTo>
                  <a:pt x="9631997" y="6565900"/>
                </a:lnTo>
                <a:lnTo>
                  <a:pt x="9671494" y="6591300"/>
                </a:lnTo>
                <a:lnTo>
                  <a:pt x="9712223" y="6616700"/>
                </a:lnTo>
                <a:lnTo>
                  <a:pt x="9754146" y="6629400"/>
                </a:lnTo>
                <a:lnTo>
                  <a:pt x="9797212" y="6654800"/>
                </a:lnTo>
                <a:lnTo>
                  <a:pt x="9841382" y="6667500"/>
                </a:lnTo>
                <a:lnTo>
                  <a:pt x="9886607" y="6692900"/>
                </a:lnTo>
                <a:lnTo>
                  <a:pt x="9980066" y="6718300"/>
                </a:lnTo>
                <a:lnTo>
                  <a:pt x="10177716" y="6769100"/>
                </a:lnTo>
                <a:lnTo>
                  <a:pt x="10229101" y="6769100"/>
                </a:lnTo>
                <a:lnTo>
                  <a:pt x="10281196" y="6781800"/>
                </a:lnTo>
                <a:lnTo>
                  <a:pt x="10441267" y="6781800"/>
                </a:lnTo>
                <a:lnTo>
                  <a:pt x="15469324" y="6781800"/>
                </a:lnTo>
                <a:lnTo>
                  <a:pt x="15629395" y="6781800"/>
                </a:lnTo>
                <a:lnTo>
                  <a:pt x="15681490" y="6769100"/>
                </a:lnTo>
                <a:lnTo>
                  <a:pt x="15732887" y="6769100"/>
                </a:lnTo>
                <a:lnTo>
                  <a:pt x="15783522" y="6756400"/>
                </a:lnTo>
                <a:lnTo>
                  <a:pt x="15977743" y="6705600"/>
                </a:lnTo>
                <a:lnTo>
                  <a:pt x="16023984" y="6692900"/>
                </a:lnTo>
                <a:lnTo>
                  <a:pt x="16069209" y="6667500"/>
                </a:lnTo>
                <a:lnTo>
                  <a:pt x="16113379" y="6654800"/>
                </a:lnTo>
                <a:lnTo>
                  <a:pt x="16156445" y="6629400"/>
                </a:lnTo>
                <a:lnTo>
                  <a:pt x="16198368" y="6616700"/>
                </a:lnTo>
                <a:lnTo>
                  <a:pt x="16239097" y="6591300"/>
                </a:lnTo>
                <a:lnTo>
                  <a:pt x="16278594" y="6565900"/>
                </a:lnTo>
                <a:lnTo>
                  <a:pt x="16316808" y="6540500"/>
                </a:lnTo>
                <a:lnTo>
                  <a:pt x="16353701" y="6515100"/>
                </a:lnTo>
                <a:lnTo>
                  <a:pt x="16389236" y="6489700"/>
                </a:lnTo>
                <a:lnTo>
                  <a:pt x="16423348" y="6464300"/>
                </a:lnTo>
                <a:lnTo>
                  <a:pt x="16456000" y="6426200"/>
                </a:lnTo>
                <a:lnTo>
                  <a:pt x="16487153" y="6400800"/>
                </a:lnTo>
                <a:lnTo>
                  <a:pt x="16516769" y="6362700"/>
                </a:lnTo>
                <a:lnTo>
                  <a:pt x="16544786" y="6337300"/>
                </a:lnTo>
                <a:lnTo>
                  <a:pt x="16571176" y="6299200"/>
                </a:lnTo>
                <a:lnTo>
                  <a:pt x="16618865" y="6235700"/>
                </a:lnTo>
                <a:lnTo>
                  <a:pt x="16640086" y="6197600"/>
                </a:lnTo>
                <a:lnTo>
                  <a:pt x="16659492" y="6159500"/>
                </a:lnTo>
                <a:lnTo>
                  <a:pt x="16677056" y="6121400"/>
                </a:lnTo>
                <a:lnTo>
                  <a:pt x="16692702" y="6083300"/>
                </a:lnTo>
                <a:lnTo>
                  <a:pt x="16706418" y="6045200"/>
                </a:lnTo>
                <a:lnTo>
                  <a:pt x="16718141" y="6007100"/>
                </a:lnTo>
                <a:lnTo>
                  <a:pt x="16727831" y="5969000"/>
                </a:lnTo>
                <a:lnTo>
                  <a:pt x="16735451" y="5930900"/>
                </a:lnTo>
                <a:lnTo>
                  <a:pt x="16740937" y="5892800"/>
                </a:lnTo>
                <a:lnTo>
                  <a:pt x="16744277" y="5854700"/>
                </a:lnTo>
                <a:lnTo>
                  <a:pt x="16745395" y="5803900"/>
                </a:lnTo>
                <a:lnTo>
                  <a:pt x="16745395" y="965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xmlns="" id="{FCCF9C22-C34D-48B8-1EA4-E5963845F5AA}"/>
              </a:ext>
            </a:extLst>
          </p:cNvPr>
          <p:cNvSpPr txBox="1"/>
          <p:nvPr/>
        </p:nvSpPr>
        <p:spPr>
          <a:xfrm>
            <a:off x="7173614" y="9701552"/>
            <a:ext cx="5399386" cy="4706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</a:t>
            </a:r>
            <a:r>
              <a:rPr lang="en-US" sz="2700" spc="-70" dirty="0">
                <a:latin typeface="Tahoma"/>
                <a:cs typeface="Tahoma"/>
              </a:rPr>
              <a:t>274434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lang="en-US" sz="2700" spc="765" dirty="0">
                <a:latin typeface="Tahoma"/>
                <a:cs typeface="Tahoma"/>
              </a:rPr>
              <a:t>|</a:t>
            </a:r>
            <a:r>
              <a:rPr lang="en-US" sz="2700" spc="-85" dirty="0">
                <a:latin typeface="Tahoma"/>
                <a:cs typeface="Tahoma"/>
              </a:rPr>
              <a:t> </a:t>
            </a:r>
            <a:r>
              <a:rPr lang="en-US" sz="2700" spc="385" dirty="0">
                <a:latin typeface="Tahoma"/>
                <a:cs typeface="Tahoma"/>
              </a:rPr>
              <a:t>De Silva W.S.A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xmlns="" id="{2C2BA533-9BBB-EEE4-E1E3-9CF40699F132}"/>
              </a:ext>
            </a:extLst>
          </p:cNvPr>
          <p:cNvSpPr txBox="1"/>
          <p:nvPr/>
        </p:nvSpPr>
        <p:spPr>
          <a:xfrm>
            <a:off x="17140013" y="9791315"/>
            <a:ext cx="876593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13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xmlns="" id="{8C8C520D-5754-F146-E3E8-B88C31A4359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68F53EFA-A0EF-1971-42F3-762C363023F5}"/>
              </a:ext>
            </a:extLst>
          </p:cNvPr>
          <p:cNvSpPr txBox="1"/>
          <p:nvPr/>
        </p:nvSpPr>
        <p:spPr>
          <a:xfrm rot="10800000">
            <a:off x="1291406" y="13736729"/>
            <a:ext cx="3268689" cy="542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3229"/>
              </a:lnSpc>
            </a:pPr>
            <a:r>
              <a:rPr lang="en-US" sz="2800" b="1" dirty="0">
                <a:solidFill>
                  <a:srgbClr val="FF0000"/>
                </a:solidFill>
                <a:latin typeface="Cambria"/>
                <a:cs typeface="Cambria"/>
              </a:rPr>
              <a:t>USER</a:t>
            </a:r>
            <a:r>
              <a:rPr lang="en-US" sz="28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sz="2800" b="1" spc="-10" dirty="0">
                <a:solidFill>
                  <a:srgbClr val="FF0000"/>
                </a:solidFill>
                <a:latin typeface="Cambria"/>
                <a:cs typeface="Cambria"/>
              </a:rPr>
              <a:t>REQUIREMENTS</a:t>
            </a: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lang="en-US" sz="2800" b="1" spc="-1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xmlns="" id="{E142163F-4B13-CD07-3B5F-BC7C62A6E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33" y="1178204"/>
            <a:ext cx="810277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identification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Anthurium diseases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expert knowledge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farmers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inspection is time-consuming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error-prone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treatment causes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damage and yield loss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specialists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in rural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Incorrect treatment selection increases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costs and plant mortality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10">
            <a:extLst>
              <a:ext uri="{FF2B5EF4-FFF2-40B4-BE49-F238E27FC236}">
                <a16:creationId xmlns:a16="http://schemas.microsoft.com/office/drawing/2014/main" xmlns="" id="{E5EFBB8B-2A32-EEFB-266F-353C0A7C69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783920" y="1580306"/>
            <a:ext cx="554678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disease detection system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or capture plant images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analysis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identification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Anthurium diseases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symptoms, causes, and treatment methods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recovery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farmers make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and accurate decisions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crop loss and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plant health and productivity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12">
            <a:extLst>
              <a:ext uri="{FF2B5EF4-FFF2-40B4-BE49-F238E27FC236}">
                <a16:creationId xmlns:a16="http://schemas.microsoft.com/office/drawing/2014/main" xmlns="" id="{CD07E894-10B9-390D-E4F4-17AB181B984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69810" y="5297136"/>
            <a:ext cx="783789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USER 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should be able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or upload plant images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should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Anthurium diseases accurately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 should display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 details and causes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should receive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recommendations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should show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recovery duration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should be able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past detection history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xmlns="" id="{48974DBD-0B61-76C6-8652-0D5EC9DB8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211" y="7192744"/>
            <a:ext cx="3945396" cy="242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15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97D084-C4EB-5ABC-7F39-BF52D7CB1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xmlns="" id="{D51418AF-65CB-1765-A407-B876F15BE7A4}"/>
              </a:ext>
            </a:extLst>
          </p:cNvPr>
          <p:cNvSpPr txBox="1"/>
          <p:nvPr/>
        </p:nvSpPr>
        <p:spPr>
          <a:xfrm>
            <a:off x="923925" y="448895"/>
            <a:ext cx="13422630" cy="1606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69784">
              <a:lnSpc>
                <a:spcPct val="144100"/>
              </a:lnSpc>
              <a:spcBef>
                <a:spcPts val="100"/>
              </a:spcBef>
            </a:pP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Design</a:t>
            </a:r>
            <a:r>
              <a:rPr sz="2700" b="1" spc="-40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BF0000"/>
                </a:solidFill>
                <a:latin typeface="Cambria"/>
                <a:cs typeface="Cambria"/>
              </a:rPr>
              <a:t>Contribution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and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BF0000"/>
                </a:solidFill>
                <a:latin typeface="Cambria"/>
                <a:cs typeface="Cambria"/>
              </a:rPr>
              <a:t>User</a:t>
            </a:r>
            <a:r>
              <a:rPr sz="2700" b="1" spc="-35" dirty="0">
                <a:solidFill>
                  <a:srgbClr val="BF0000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BF0000"/>
                </a:solidFill>
                <a:latin typeface="Cambria"/>
                <a:cs typeface="Cambria"/>
              </a:rPr>
              <a:t>Feedback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Design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Excellence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dirty="0">
                <a:solidFill>
                  <a:srgbClr val="03495C"/>
                </a:solidFill>
                <a:latin typeface="Cambria"/>
                <a:cs typeface="Cambria"/>
              </a:rPr>
              <a:t>/</a:t>
            </a:r>
            <a:r>
              <a:rPr sz="2700" b="1" spc="-45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sz="2700" b="1" spc="-10" dirty="0">
                <a:solidFill>
                  <a:srgbClr val="03495C"/>
                </a:solidFill>
                <a:latin typeface="Cambria"/>
                <a:cs typeface="Cambria"/>
              </a:rPr>
              <a:t>Contribution</a:t>
            </a:r>
            <a:endParaRPr sz="2700" dirty="0">
              <a:latin typeface="Cambria"/>
              <a:cs typeface="Cambria"/>
            </a:endParaRPr>
          </a:p>
          <a:p>
            <a:pPr marL="455930">
              <a:lnSpc>
                <a:spcPts val="3080"/>
              </a:lnSpc>
            </a:pPr>
            <a:endParaRPr sz="2700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xmlns="" id="{E20C0238-59BF-04BC-EBC1-00CAC15BE70E}"/>
              </a:ext>
            </a:extLst>
          </p:cNvPr>
          <p:cNvSpPr txBox="1"/>
          <p:nvPr/>
        </p:nvSpPr>
        <p:spPr>
          <a:xfrm>
            <a:off x="6705600" y="9701552"/>
            <a:ext cx="5486400" cy="47064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700" spc="-70" dirty="0">
                <a:latin typeface="Tahoma"/>
                <a:cs typeface="Tahoma"/>
              </a:rPr>
              <a:t>IT22</a:t>
            </a:r>
            <a:r>
              <a:rPr lang="en-US" sz="2700" spc="-70" dirty="0">
                <a:latin typeface="Tahoma"/>
                <a:cs typeface="Tahoma"/>
              </a:rPr>
              <a:t>274434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sz="2700" spc="765" dirty="0">
                <a:latin typeface="Tahoma"/>
                <a:cs typeface="Tahoma"/>
              </a:rPr>
              <a:t>|</a:t>
            </a:r>
            <a:r>
              <a:rPr sz="2700" spc="-85" dirty="0">
                <a:latin typeface="Tahoma"/>
                <a:cs typeface="Tahoma"/>
              </a:rPr>
              <a:t> </a:t>
            </a:r>
            <a:r>
              <a:rPr lang="en-US" sz="2700" spc="385" dirty="0">
                <a:latin typeface="Tahoma"/>
                <a:cs typeface="Tahoma"/>
              </a:rPr>
              <a:t>De Silva W.S.A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xmlns="" id="{3D805DE6-DB5B-4022-4A9E-B4A967B4AAAA}"/>
              </a:ext>
            </a:extLst>
          </p:cNvPr>
          <p:cNvSpPr txBox="1"/>
          <p:nvPr/>
        </p:nvSpPr>
        <p:spPr>
          <a:xfrm>
            <a:off x="17140014" y="9791315"/>
            <a:ext cx="690786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14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xmlns="" id="{849C7520-C3E7-099D-C285-1FD86F29FFB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xmlns="" id="{5851B93A-EA00-4869-8FB5-E1F78E7E7E1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1634" y="1588680"/>
            <a:ext cx="16378014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dashboard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Anthurium disease detection and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image-based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plant using uploaded or captured photos.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result view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displaying disease name, confidence level, and affected plant part clearly.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upload interface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supporting camera capture and gallery selection for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plant health indicators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(Healthy / Diseased) for easy interpretation by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disease detection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mobile application using server-side processing for real-time prediction results. 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3495C"/>
                </a:solidFill>
                <a:latin typeface="Cambria"/>
                <a:cs typeface="Cambria"/>
              </a:rPr>
              <a:t>User</a:t>
            </a:r>
            <a:r>
              <a:rPr lang="en-US" sz="24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lang="en-US" sz="2400" b="1" dirty="0">
                <a:solidFill>
                  <a:srgbClr val="03495C"/>
                </a:solidFill>
                <a:latin typeface="Cambria"/>
                <a:cs typeface="Cambria"/>
              </a:rPr>
              <a:t>Feedback</a:t>
            </a:r>
            <a:r>
              <a:rPr lang="en-US" sz="24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lang="en-US" sz="2400" b="1" dirty="0">
                <a:solidFill>
                  <a:srgbClr val="03495C"/>
                </a:solidFill>
                <a:latin typeface="Cambria"/>
                <a:cs typeface="Cambria"/>
              </a:rPr>
              <a:t>on</a:t>
            </a:r>
            <a:r>
              <a:rPr lang="en-US" sz="2400" b="1" spc="-60" dirty="0">
                <a:solidFill>
                  <a:srgbClr val="03495C"/>
                </a:solidFill>
                <a:latin typeface="Cambria"/>
                <a:cs typeface="Cambria"/>
              </a:rPr>
              <a:t> </a:t>
            </a:r>
            <a:r>
              <a:rPr lang="en-US" sz="2400" b="1" spc="-10" dirty="0">
                <a:solidFill>
                  <a:srgbClr val="03495C"/>
                </a:solidFill>
                <a:latin typeface="Cambria"/>
                <a:cs typeface="Cambria"/>
              </a:rPr>
              <a:t>Prototype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spc="-10" dirty="0">
              <a:solidFill>
                <a:srgbClr val="03495C"/>
              </a:solidFill>
              <a:latin typeface="Cambria"/>
              <a:cs typeface="Cambria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Cambria"/>
              <a:cs typeface="Cambri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xmlns="" id="{4A70C6BA-D1E3-6670-51F7-DDB9488EF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171301"/>
            <a:ext cx="9448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detection accuracy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comments or suggestions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wrong disease identification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share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success or failure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helps 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 performance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enhances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experience and reliability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53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9956"/>
            <a:ext cx="3771899" cy="7270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8838" y="814069"/>
            <a:ext cx="46837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10" dirty="0">
                <a:solidFill>
                  <a:srgbClr val="FF0000"/>
                </a:solidFill>
              </a:rPr>
              <a:t>Commercialization</a:t>
            </a:r>
            <a:endParaRPr sz="3600" u="sng" dirty="0">
              <a:solidFill>
                <a:srgbClr val="FF000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1455419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1817369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2179319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2541269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290321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3265169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4836794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5198744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6332219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6694169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7827644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8189594"/>
            <a:ext cx="95250" cy="95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8551544"/>
            <a:ext cx="95250" cy="9524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78839" y="1271269"/>
            <a:ext cx="12234545" cy="76072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46405" marR="2258695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Anthurium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Sri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Lanka. </a:t>
            </a:r>
            <a:r>
              <a:rPr sz="2400" dirty="0">
                <a:latin typeface="Arial MT"/>
                <a:cs typeface="Arial MT"/>
              </a:rPr>
              <a:t>Potential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subscription-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farmers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exporters.</a:t>
            </a:r>
            <a:endParaRPr sz="2400" dirty="0">
              <a:latin typeface="Arial MT"/>
              <a:cs typeface="Arial MT"/>
            </a:endParaRPr>
          </a:p>
          <a:p>
            <a:pPr marL="446405" marR="5080">
              <a:lnSpc>
                <a:spcPts val="2850"/>
              </a:lnSpc>
            </a:pP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integrated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e-</a:t>
            </a:r>
            <a:r>
              <a:rPr sz="2400" dirty="0">
                <a:latin typeface="Arial MT"/>
                <a:cs typeface="Arial MT"/>
              </a:rPr>
              <a:t>commerce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online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marketplaces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selling. </a:t>
            </a:r>
            <a:r>
              <a:rPr sz="2400" dirty="0">
                <a:latin typeface="Arial MT"/>
                <a:cs typeface="Arial MT"/>
              </a:rPr>
              <a:t>Opportunities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partnerships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agricultural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cooperatives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government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programs. </a:t>
            </a:r>
            <a:r>
              <a:rPr sz="2400" dirty="0">
                <a:latin typeface="Arial MT"/>
                <a:cs typeface="Arial MT"/>
              </a:rPr>
              <a:t>Scalable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floriculture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crops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future.</a:t>
            </a:r>
            <a:endParaRPr sz="2400" dirty="0">
              <a:latin typeface="Arial MT"/>
              <a:cs typeface="Arial MT"/>
            </a:endParaRPr>
          </a:p>
          <a:p>
            <a:pPr marL="446405">
              <a:lnSpc>
                <a:spcPts val="2760"/>
              </a:lnSpc>
            </a:pP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data-</a:t>
            </a:r>
            <a:r>
              <a:rPr sz="2400" dirty="0">
                <a:latin typeface="Arial MT"/>
                <a:cs typeface="Arial MT"/>
              </a:rPr>
              <a:t>driven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insights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attract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agritech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investors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stakeholders</a:t>
            </a:r>
            <a:r>
              <a:rPr sz="2400" spc="-10" dirty="0" smtClean="0">
                <a:latin typeface="Arial MT"/>
                <a:cs typeface="Arial MT"/>
              </a:rPr>
              <a:t>.</a:t>
            </a:r>
            <a:endParaRPr lang="en-US" sz="2400" dirty="0">
              <a:latin typeface="Arial MT"/>
              <a:cs typeface="Arial MT"/>
            </a:endParaRPr>
          </a:p>
          <a:p>
            <a:pPr marL="446405">
              <a:lnSpc>
                <a:spcPts val="2760"/>
              </a:lnSpc>
            </a:pPr>
            <a:endParaRPr sz="2800" dirty="0">
              <a:solidFill>
                <a:srgbClr val="FF0000"/>
              </a:solidFill>
              <a:latin typeface="Arial MT"/>
              <a:cs typeface="Arial MT"/>
            </a:endParaRPr>
          </a:p>
          <a:p>
            <a:pPr marL="12700">
              <a:lnSpc>
                <a:spcPts val="3229"/>
              </a:lnSpc>
            </a:pPr>
            <a:r>
              <a:rPr lang="en-US" sz="3200" b="1" dirty="0" smtClean="0">
                <a:solidFill>
                  <a:srgbClr val="FF0000"/>
                </a:solidFill>
                <a:latin typeface="Cambria"/>
                <a:cs typeface="Cambria"/>
              </a:rPr>
              <a:t>    </a:t>
            </a:r>
            <a:r>
              <a:rPr sz="3200" b="1" u="sng" dirty="0" smtClean="0">
                <a:solidFill>
                  <a:srgbClr val="FF0000"/>
                </a:solidFill>
                <a:latin typeface="Cambria"/>
                <a:cs typeface="Cambria"/>
              </a:rPr>
              <a:t>Initial</a:t>
            </a:r>
            <a:r>
              <a:rPr sz="3200" b="1" u="sng" spc="-80" dirty="0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u="sng" spc="-20" dirty="0" smtClean="0">
                <a:solidFill>
                  <a:srgbClr val="FF0000"/>
                </a:solidFill>
                <a:latin typeface="Cambria"/>
                <a:cs typeface="Cambria"/>
              </a:rPr>
              <a:t>Cost</a:t>
            </a:r>
            <a:endParaRPr lang="en-US" sz="3200" b="1" u="sng" spc="-20" dirty="0" smtClean="0">
              <a:solidFill>
                <a:srgbClr val="FF0000"/>
              </a:solidFill>
              <a:latin typeface="Cambria"/>
              <a:cs typeface="Cambria"/>
            </a:endParaRPr>
          </a:p>
          <a:p>
            <a:pPr marL="12700">
              <a:lnSpc>
                <a:spcPts val="3229"/>
              </a:lnSpc>
            </a:pPr>
            <a:endParaRPr sz="3200" u="sng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446405" marR="1579880">
              <a:lnSpc>
                <a:spcPts val="2850"/>
              </a:lnSpc>
              <a:spcBef>
                <a:spcPts val="110"/>
              </a:spcBef>
            </a:pPr>
            <a:r>
              <a:rPr sz="2400" dirty="0">
                <a:latin typeface="Arial MT"/>
                <a:cs typeface="Arial MT"/>
              </a:rPr>
              <a:t>Development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sensors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 smtClean="0">
                <a:latin typeface="Arial MT"/>
                <a:cs typeface="Arial MT"/>
              </a:rPr>
              <a:t>integration.</a:t>
            </a:r>
            <a:endParaRPr lang="en-US" sz="2400" spc="-10" dirty="0" smtClean="0">
              <a:latin typeface="Arial MT"/>
              <a:cs typeface="Arial MT"/>
            </a:endParaRPr>
          </a:p>
          <a:p>
            <a:pPr marL="446405" marR="1579880">
              <a:lnSpc>
                <a:spcPts val="2850"/>
              </a:lnSpc>
              <a:spcBef>
                <a:spcPts val="110"/>
              </a:spcBef>
            </a:pPr>
            <a:r>
              <a:rPr sz="2400" dirty="0" smtClean="0">
                <a:latin typeface="Arial MT"/>
                <a:cs typeface="Arial MT"/>
              </a:rPr>
              <a:t>Low</a:t>
            </a:r>
            <a:r>
              <a:rPr sz="2400" spc="-60" dirty="0" smtClean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maintenance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automated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collection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 smtClean="0">
                <a:latin typeface="Arial MT"/>
                <a:cs typeface="Arial MT"/>
              </a:rPr>
              <a:t>predictions.</a:t>
            </a:r>
            <a:endParaRPr lang="en-US" sz="2400" dirty="0" smtClean="0">
              <a:latin typeface="Arial MT"/>
              <a:cs typeface="Arial MT"/>
            </a:endParaRPr>
          </a:p>
          <a:p>
            <a:pPr marL="446405" marR="1579880">
              <a:lnSpc>
                <a:spcPts val="2850"/>
              </a:lnSpc>
              <a:spcBef>
                <a:spcPts val="110"/>
              </a:spcBef>
            </a:pPr>
            <a:endParaRPr lang="en-US" sz="2400" b="1" u="sng" dirty="0" smtClean="0">
              <a:solidFill>
                <a:srgbClr val="03495C"/>
              </a:solidFill>
              <a:latin typeface="Arial MT"/>
              <a:cs typeface="Cambria"/>
            </a:endParaRPr>
          </a:p>
          <a:p>
            <a:pPr marL="446405" marR="1579880">
              <a:lnSpc>
                <a:spcPts val="2850"/>
              </a:lnSpc>
              <a:spcBef>
                <a:spcPts val="110"/>
              </a:spcBef>
            </a:pPr>
            <a:r>
              <a:rPr sz="3200" b="1" u="sng" dirty="0" smtClean="0">
                <a:solidFill>
                  <a:srgbClr val="FF0000"/>
                </a:solidFill>
                <a:latin typeface="Cambria"/>
                <a:cs typeface="Cambria"/>
              </a:rPr>
              <a:t>Target</a:t>
            </a:r>
            <a:r>
              <a:rPr sz="3200" b="1" u="sng" spc="-85" dirty="0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u="sng" spc="-10" dirty="0" smtClean="0">
                <a:solidFill>
                  <a:srgbClr val="FF0000"/>
                </a:solidFill>
                <a:latin typeface="Cambria"/>
                <a:cs typeface="Cambria"/>
              </a:rPr>
              <a:t>Market</a:t>
            </a:r>
            <a:r>
              <a:rPr lang="en-US" sz="3200" b="1" u="sng" spc="-10" dirty="0" smtClean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endParaRPr sz="3200" u="sng" dirty="0" smtClean="0">
              <a:solidFill>
                <a:srgbClr val="FF0000"/>
              </a:solidFill>
              <a:latin typeface="Cambria"/>
              <a:cs typeface="Cambria"/>
            </a:endParaRPr>
          </a:p>
          <a:p>
            <a:pPr marL="446405" marR="4699000">
              <a:lnSpc>
                <a:spcPts val="2850"/>
              </a:lnSpc>
              <a:spcBef>
                <a:spcPts val="114"/>
              </a:spcBef>
            </a:pPr>
            <a:r>
              <a:rPr sz="2400" dirty="0" smtClean="0">
                <a:latin typeface="Arial MT"/>
                <a:cs typeface="Arial MT"/>
              </a:rPr>
              <a:t>Anthurium</a:t>
            </a:r>
            <a:r>
              <a:rPr sz="2400" spc="-75" dirty="0" smtClean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farmers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(small,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medium,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scale). </a:t>
            </a:r>
            <a:r>
              <a:rPr sz="2400" dirty="0">
                <a:latin typeface="Arial MT"/>
                <a:cs typeface="Arial MT"/>
              </a:rPr>
              <a:t>Floriculture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traders,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exporters,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analysts.</a:t>
            </a:r>
            <a:endParaRPr sz="2400" dirty="0">
              <a:latin typeface="Arial MT"/>
              <a:cs typeface="Arial MT"/>
            </a:endParaRPr>
          </a:p>
          <a:p>
            <a:pPr marL="501015">
              <a:lnSpc>
                <a:spcPts val="3229"/>
              </a:lnSpc>
              <a:spcBef>
                <a:spcPts val="2730"/>
              </a:spcBef>
            </a:pPr>
            <a:r>
              <a:rPr sz="3200" b="1" u="sng" dirty="0">
                <a:solidFill>
                  <a:srgbClr val="FF0000"/>
                </a:solidFill>
                <a:latin typeface="Cambria"/>
                <a:cs typeface="Cambria"/>
              </a:rPr>
              <a:t>Customer</a:t>
            </a:r>
            <a:r>
              <a:rPr sz="3200" b="1" u="sng" spc="-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200" b="1" u="sng" spc="-10" dirty="0">
                <a:solidFill>
                  <a:srgbClr val="FF0000"/>
                </a:solidFill>
                <a:latin typeface="Cambria"/>
                <a:cs typeface="Cambria"/>
              </a:rPr>
              <a:t>Profile</a:t>
            </a:r>
            <a:endParaRPr sz="3200" u="sng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446405">
              <a:lnSpc>
                <a:spcPts val="2860"/>
              </a:lnSpc>
            </a:pPr>
            <a:r>
              <a:rPr sz="2400" spc="-20" dirty="0">
                <a:latin typeface="Arial MT"/>
                <a:cs typeface="Arial MT"/>
              </a:rPr>
              <a:t>Non-</a:t>
            </a:r>
            <a:r>
              <a:rPr sz="2400" dirty="0">
                <a:latin typeface="Arial MT"/>
                <a:cs typeface="Arial MT"/>
              </a:rPr>
              <a:t>technical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seeking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actionable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market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insights.</a:t>
            </a:r>
            <a:endParaRPr sz="2400" dirty="0">
              <a:latin typeface="Arial MT"/>
              <a:cs typeface="Arial MT"/>
            </a:endParaRPr>
          </a:p>
          <a:p>
            <a:pPr marL="446405" marR="2409825">
              <a:lnSpc>
                <a:spcPts val="2850"/>
              </a:lnSpc>
              <a:spcBef>
                <a:spcPts val="105"/>
              </a:spcBef>
            </a:pP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wanting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maximize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manual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guesswork. </a:t>
            </a:r>
            <a:r>
              <a:rPr sz="2400" dirty="0">
                <a:latin typeface="Arial MT"/>
                <a:cs typeface="Arial MT"/>
              </a:rPr>
              <a:t>Early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adopters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sustainable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farming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agriculture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solutions.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40014" y="9800840"/>
            <a:ext cx="83230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15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pic>
        <p:nvPicPr>
          <p:cNvPr id="20" name="Picture 4" descr="Pink Anthurium | World's Longest Blooming Houseplant | The Sil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4196" y="2184762"/>
            <a:ext cx="6448118" cy="6781153"/>
          </a:xfrm>
          <a:prstGeom prst="ellipse">
            <a:avLst/>
          </a:prstGeom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7000" y="2933700"/>
            <a:ext cx="5410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02060"/>
                </a:solidFill>
                <a:latin typeface="Cambria"/>
                <a:cs typeface="Cambria"/>
              </a:rPr>
              <a:t>THANK</a:t>
            </a:r>
            <a:r>
              <a:rPr sz="4000" b="1" spc="-90" dirty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sz="4000" b="1" spc="-25" dirty="0" smtClean="0">
                <a:solidFill>
                  <a:srgbClr val="002060"/>
                </a:solidFill>
                <a:latin typeface="Cambria"/>
                <a:cs typeface="Cambria"/>
              </a:rPr>
              <a:t>YOU</a:t>
            </a:r>
            <a:r>
              <a:rPr lang="en-US" sz="4000" b="1" spc="-25" dirty="0" smtClean="0">
                <a:solidFill>
                  <a:srgbClr val="002060"/>
                </a:solidFill>
                <a:latin typeface="Cambria"/>
                <a:cs typeface="Cambria"/>
              </a:rPr>
              <a:t>!</a:t>
            </a:r>
            <a:endParaRPr sz="4000" b="1" dirty="0">
              <a:solidFill>
                <a:srgbClr val="002060"/>
              </a:solidFill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40014" y="9800840"/>
            <a:ext cx="766986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04"/>
              </a:lnSpc>
            </a:pPr>
            <a:r>
              <a:rPr sz="2700" spc="-25" dirty="0" smtClean="0">
                <a:latin typeface="Cambria"/>
                <a:cs typeface="Cambria"/>
              </a:rPr>
              <a:t>‹</a:t>
            </a:r>
            <a:r>
              <a:rPr lang="en-US" sz="2700" spc="-25" dirty="0" smtClean="0">
                <a:latin typeface="Cambria"/>
                <a:cs typeface="Cambria"/>
              </a:rPr>
              <a:t>16</a:t>
            </a:r>
            <a:r>
              <a:rPr sz="2700" spc="-25" dirty="0" smtClean="0">
                <a:latin typeface="Cambria"/>
                <a:cs typeface="Cambria"/>
              </a:rPr>
              <a:t>›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1/8/2026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89508">
            <a:off x="9733338" y="1481412"/>
            <a:ext cx="4307724" cy="4118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106</TotalTime>
  <Words>1541</Words>
  <Application>Microsoft Office PowerPoint</Application>
  <PresentationFormat>Custom</PresentationFormat>
  <Paragraphs>240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Introduction</vt:lpstr>
      <vt:lpstr>WEATHER DETECTONG &amp;</vt:lpstr>
      <vt:lpstr>PROBLEM</vt:lpstr>
      <vt:lpstr>PowerPoint Presentation</vt:lpstr>
      <vt:lpstr>Market Analysis &amp;</vt:lpstr>
      <vt:lpstr>PROBLEM</vt:lpstr>
      <vt:lpstr>Design Contribution and User Feedback Design Excellence / Contribution</vt:lpstr>
      <vt:lpstr>Soil Control Monitoring    Module</vt:lpstr>
      <vt:lpstr>PROBLEM</vt:lpstr>
      <vt:lpstr>PowerPoint Presentation</vt:lpstr>
      <vt:lpstr>Anthurium Disease Detection</vt:lpstr>
      <vt:lpstr>PROBLEM       </vt:lpstr>
      <vt:lpstr>PowerPoint Presentation</vt:lpstr>
      <vt:lpstr>Commercialization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PP1.pptx</dc:title>
  <dc:creator>Pramudi Upanika</dc:creator>
  <cp:keywords>DAG91hn4PaY,BAFim4xqBDI,0</cp:keywords>
  <cp:lastModifiedBy>Vinuri</cp:lastModifiedBy>
  <cp:revision>8</cp:revision>
  <dcterms:created xsi:type="dcterms:W3CDTF">2026-01-08T18:41:33Z</dcterms:created>
  <dcterms:modified xsi:type="dcterms:W3CDTF">2026-01-08T21:23:18Z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2026-01-08T00:00:00Z</vt:filetime>
  </property>
  <property fmtid="{D5CDD505-2E9C-101B-9397-08002B2CF9AE}" pid="5" name="Producer">
    <vt:lpwstr>Canva</vt:lpwstr>
  </property>
</Properties>
</file>